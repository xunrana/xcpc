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p:sldMasterIdLst>
    <p:sldMasterId id="2147483648" r:id="rId1"/>
    <p:sldMasterId id="2147483661" r:id="rId2"/>
  </p:sldMasterIdLst>
  <p:notesMasterIdLst>
    <p:notesMasterId r:id="rId59"/>
  </p:notesMasterIdLst>
  <p:handoutMasterIdLst>
    <p:handoutMasterId r:id="rId60"/>
  </p:handoutMasterIdLst>
  <p:sldIdLst>
    <p:sldId id="822" r:id="rId3"/>
    <p:sldId id="873" r:id="rId4"/>
    <p:sldId id="874" r:id="rId5"/>
    <p:sldId id="789" r:id="rId6"/>
    <p:sldId id="871" r:id="rId7"/>
    <p:sldId id="870" r:id="rId8"/>
    <p:sldId id="872" r:id="rId9"/>
    <p:sldId id="875" r:id="rId10"/>
    <p:sldId id="876" r:id="rId11"/>
    <p:sldId id="913" r:id="rId12"/>
    <p:sldId id="879" r:id="rId13"/>
    <p:sldId id="880" r:id="rId14"/>
    <p:sldId id="881" r:id="rId15"/>
    <p:sldId id="882" r:id="rId16"/>
    <p:sldId id="883" r:id="rId17"/>
    <p:sldId id="884" r:id="rId18"/>
    <p:sldId id="885" r:id="rId19"/>
    <p:sldId id="886" r:id="rId20"/>
    <p:sldId id="887" r:id="rId21"/>
    <p:sldId id="888" r:id="rId22"/>
    <p:sldId id="889" r:id="rId23"/>
    <p:sldId id="890" r:id="rId24"/>
    <p:sldId id="891" r:id="rId25"/>
    <p:sldId id="892" r:id="rId26"/>
    <p:sldId id="893" r:id="rId27"/>
    <p:sldId id="894" r:id="rId28"/>
    <p:sldId id="895" r:id="rId29"/>
    <p:sldId id="896" r:id="rId30"/>
    <p:sldId id="897" r:id="rId31"/>
    <p:sldId id="898" r:id="rId32"/>
    <p:sldId id="899" r:id="rId33"/>
    <p:sldId id="900" r:id="rId34"/>
    <p:sldId id="901" r:id="rId35"/>
    <p:sldId id="902" r:id="rId36"/>
    <p:sldId id="903" r:id="rId37"/>
    <p:sldId id="877" r:id="rId38"/>
    <p:sldId id="911" r:id="rId39"/>
    <p:sldId id="905" r:id="rId40"/>
    <p:sldId id="906" r:id="rId41"/>
    <p:sldId id="907" r:id="rId42"/>
    <p:sldId id="904" r:id="rId43"/>
    <p:sldId id="908" r:id="rId44"/>
    <p:sldId id="909" r:id="rId45"/>
    <p:sldId id="840" r:id="rId46"/>
    <p:sldId id="842" r:id="rId47"/>
    <p:sldId id="843" r:id="rId48"/>
    <p:sldId id="844" r:id="rId49"/>
    <p:sldId id="276" r:id="rId50"/>
    <p:sldId id="281" r:id="rId51"/>
    <p:sldId id="282" r:id="rId52"/>
    <p:sldId id="259" r:id="rId53"/>
    <p:sldId id="847" r:id="rId54"/>
    <p:sldId id="278" r:id="rId55"/>
    <p:sldId id="260" r:id="rId56"/>
    <p:sldId id="261" r:id="rId57"/>
    <p:sldId id="262" r:id="rId58"/>
  </p:sldIdLst>
  <p:sldSz cx="12192000" cy="6858000"/>
  <p:notesSz cx="9928225" cy="6797675"/>
  <p:defaultTextStyle>
    <a:defPPr>
      <a:defRPr lang="en-US"/>
    </a:defPPr>
    <a:lvl1pPr algn="l" rtl="0" fontAlgn="base">
      <a:spcBef>
        <a:spcPct val="0"/>
      </a:spcBef>
      <a:spcAft>
        <a:spcPct val="0"/>
      </a:spcAft>
      <a:defRPr sz="2000" b="1" kern="1200">
        <a:solidFill>
          <a:schemeClr val="bg1"/>
        </a:solidFill>
        <a:latin typeface="FrutigerNext LT Regular"/>
        <a:ea typeface="幼圆" panose="02010509060101010101" pitchFamily="49" charset="-122"/>
        <a:cs typeface="Times New Roman" panose="02020603050405020304" pitchFamily="18" charset="0"/>
      </a:defRPr>
    </a:lvl1pPr>
    <a:lvl2pPr marL="457200" algn="l" rtl="0" fontAlgn="base">
      <a:spcBef>
        <a:spcPct val="0"/>
      </a:spcBef>
      <a:spcAft>
        <a:spcPct val="0"/>
      </a:spcAft>
      <a:defRPr sz="2000" b="1" kern="1200">
        <a:solidFill>
          <a:schemeClr val="bg1"/>
        </a:solidFill>
        <a:latin typeface="FrutigerNext LT Regular"/>
        <a:ea typeface="幼圆" panose="02010509060101010101" pitchFamily="49" charset="-122"/>
        <a:cs typeface="Times New Roman" panose="02020603050405020304" pitchFamily="18" charset="0"/>
      </a:defRPr>
    </a:lvl2pPr>
    <a:lvl3pPr marL="914400" algn="l" rtl="0" fontAlgn="base">
      <a:spcBef>
        <a:spcPct val="0"/>
      </a:spcBef>
      <a:spcAft>
        <a:spcPct val="0"/>
      </a:spcAft>
      <a:defRPr sz="2000" b="1" kern="1200">
        <a:solidFill>
          <a:schemeClr val="bg1"/>
        </a:solidFill>
        <a:latin typeface="FrutigerNext LT Regular"/>
        <a:ea typeface="幼圆" panose="02010509060101010101" pitchFamily="49" charset="-122"/>
        <a:cs typeface="Times New Roman" panose="02020603050405020304" pitchFamily="18" charset="0"/>
      </a:defRPr>
    </a:lvl3pPr>
    <a:lvl4pPr marL="1371600" algn="l" rtl="0" fontAlgn="base">
      <a:spcBef>
        <a:spcPct val="0"/>
      </a:spcBef>
      <a:spcAft>
        <a:spcPct val="0"/>
      </a:spcAft>
      <a:defRPr sz="2000" b="1" kern="1200">
        <a:solidFill>
          <a:schemeClr val="bg1"/>
        </a:solidFill>
        <a:latin typeface="FrutigerNext LT Regular"/>
        <a:ea typeface="幼圆" panose="02010509060101010101" pitchFamily="49" charset="-122"/>
        <a:cs typeface="Times New Roman" panose="02020603050405020304" pitchFamily="18" charset="0"/>
      </a:defRPr>
    </a:lvl4pPr>
    <a:lvl5pPr marL="1828800" algn="l" rtl="0" fontAlgn="base">
      <a:spcBef>
        <a:spcPct val="0"/>
      </a:spcBef>
      <a:spcAft>
        <a:spcPct val="0"/>
      </a:spcAft>
      <a:defRPr sz="2000" b="1" kern="1200">
        <a:solidFill>
          <a:schemeClr val="bg1"/>
        </a:solidFill>
        <a:latin typeface="FrutigerNext LT Regular"/>
        <a:ea typeface="幼圆" panose="02010509060101010101" pitchFamily="49" charset="-122"/>
        <a:cs typeface="Times New Roman" panose="02020603050405020304" pitchFamily="18" charset="0"/>
      </a:defRPr>
    </a:lvl5pPr>
    <a:lvl6pPr marL="2286000" algn="l" defTabSz="914400" rtl="0" eaLnBrk="1" latinLnBrk="0" hangingPunct="1">
      <a:defRPr sz="2000" b="1" kern="1200">
        <a:solidFill>
          <a:schemeClr val="bg1"/>
        </a:solidFill>
        <a:latin typeface="FrutigerNext LT Regular"/>
        <a:ea typeface="幼圆" panose="02010509060101010101" pitchFamily="49" charset="-122"/>
        <a:cs typeface="Times New Roman" panose="02020603050405020304" pitchFamily="18" charset="0"/>
      </a:defRPr>
    </a:lvl6pPr>
    <a:lvl7pPr marL="2743200" algn="l" defTabSz="914400" rtl="0" eaLnBrk="1" latinLnBrk="0" hangingPunct="1">
      <a:defRPr sz="2000" b="1" kern="1200">
        <a:solidFill>
          <a:schemeClr val="bg1"/>
        </a:solidFill>
        <a:latin typeface="FrutigerNext LT Regular"/>
        <a:ea typeface="幼圆" panose="02010509060101010101" pitchFamily="49" charset="-122"/>
        <a:cs typeface="Times New Roman" panose="02020603050405020304" pitchFamily="18" charset="0"/>
      </a:defRPr>
    </a:lvl7pPr>
    <a:lvl8pPr marL="3200400" algn="l" defTabSz="914400" rtl="0" eaLnBrk="1" latinLnBrk="0" hangingPunct="1">
      <a:defRPr sz="2000" b="1" kern="1200">
        <a:solidFill>
          <a:schemeClr val="bg1"/>
        </a:solidFill>
        <a:latin typeface="FrutigerNext LT Regular"/>
        <a:ea typeface="幼圆" panose="02010509060101010101" pitchFamily="49" charset="-122"/>
        <a:cs typeface="Times New Roman" panose="02020603050405020304" pitchFamily="18" charset="0"/>
      </a:defRPr>
    </a:lvl8pPr>
    <a:lvl9pPr marL="3657600" algn="l" defTabSz="914400" rtl="0" eaLnBrk="1" latinLnBrk="0" hangingPunct="1">
      <a:defRPr sz="2000" b="1" kern="1200">
        <a:solidFill>
          <a:schemeClr val="bg1"/>
        </a:solidFill>
        <a:latin typeface="FrutigerNext LT Regular"/>
        <a:ea typeface="幼圆" panose="02010509060101010101" pitchFamily="49" charset="-122"/>
        <a:cs typeface="Times New Roman" panose="02020603050405020304" pitchFamily="18" charset="0"/>
      </a:defRPr>
    </a:lvl9pPr>
  </p:defaultTextStyle>
  <p:extLst>
    <p:ext uri="{EFAFB233-063F-42B5-8137-9DF3F51BA10A}">
      <p15:sldGuideLst xmlns:p15="http://schemas.microsoft.com/office/powerpoint/2012/main">
        <p15:guide id="1" orient="horz" pos="717" userDrawn="1">
          <p15:clr>
            <a:srgbClr val="A4A3A4"/>
          </p15:clr>
        </p15:guide>
        <p15:guide id="2" pos="633" userDrawn="1">
          <p15:clr>
            <a:srgbClr val="A4A3A4"/>
          </p15:clr>
        </p15:guide>
      </p15:sldGuideLst>
    </p:ext>
    <p:ext uri="{2D200454-40CA-4A62-9FC3-DE9A4176ACB9}">
      <p15:notesGuideLst xmlns:p15="http://schemas.microsoft.com/office/powerpoint/2012/main">
        <p15:guide id="1" orient="horz" pos="2141">
          <p15:clr>
            <a:srgbClr val="A4A3A4"/>
          </p15:clr>
        </p15:guide>
        <p15:guide id="2" pos="3127">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33CCCC"/>
    <a:srgbClr val="3333FF"/>
    <a:srgbClr val="FFFF00"/>
    <a:srgbClr val="CC00CC"/>
    <a:srgbClr val="FF00FF"/>
    <a:srgbClr val="FF99CC"/>
    <a:srgbClr val="993366"/>
    <a:srgbClr val="FF0000"/>
    <a:srgbClr val="CC00FF"/>
    <a:srgbClr val="66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4427" autoAdjust="0"/>
    <p:restoredTop sz="93850" autoAdjust="0"/>
  </p:normalViewPr>
  <p:slideViewPr>
    <p:cSldViewPr snapToObjects="1">
      <p:cViewPr varScale="1">
        <p:scale>
          <a:sx n="84" d="100"/>
          <a:sy n="84" d="100"/>
        </p:scale>
        <p:origin x="42" y="315"/>
      </p:cViewPr>
      <p:guideLst>
        <p:guide orient="horz" pos="717"/>
        <p:guide pos="633"/>
      </p:guideLst>
    </p:cSldViewPr>
  </p:slideViewPr>
  <p:outlineViewPr>
    <p:cViewPr>
      <p:scale>
        <a:sx n="33" d="100"/>
        <a:sy n="33" d="100"/>
      </p:scale>
      <p:origin x="0" y="10445"/>
    </p:cViewPr>
  </p:outlineViewPr>
  <p:notesTextViewPr>
    <p:cViewPr>
      <p:scale>
        <a:sx n="3" d="2"/>
        <a:sy n="3" d="2"/>
      </p:scale>
      <p:origin x="0" y="0"/>
    </p:cViewPr>
  </p:notesTextViewPr>
  <p:sorterViewPr>
    <p:cViewPr>
      <p:scale>
        <a:sx n="66" d="100"/>
        <a:sy n="66" d="100"/>
      </p:scale>
      <p:origin x="0" y="0"/>
    </p:cViewPr>
  </p:sorterViewPr>
  <p:notesViewPr>
    <p:cSldViewPr snapToObjects="1">
      <p:cViewPr varScale="1">
        <p:scale>
          <a:sx n="72" d="100"/>
          <a:sy n="72" d="100"/>
        </p:scale>
        <p:origin x="1464" y="60"/>
      </p:cViewPr>
      <p:guideLst>
        <p:guide orient="horz" pos="2141"/>
        <p:guide pos="3127"/>
      </p:guideLst>
    </p:cSldViewPr>
  </p:notesViewPr>
  <p:gridSpacing cx="152705" cy="152705"/>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5" Type="http://schemas.openxmlformats.org/officeDocument/2006/relationships/slide" Target="slides/slide3.xml"/><Relationship Id="rId61" Type="http://schemas.openxmlformats.org/officeDocument/2006/relationships/presProps" Target="presProp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notesMaster" Target="notesMasters/notesMaster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5218" name="Rectangle 2"/>
          <p:cNvSpPr>
            <a:spLocks noGrp="1" noChangeArrowheads="1"/>
          </p:cNvSpPr>
          <p:nvPr>
            <p:ph type="hdr" sz="quarter"/>
          </p:nvPr>
        </p:nvSpPr>
        <p:spPr bwMode="auto">
          <a:xfrm>
            <a:off x="0" y="0"/>
            <a:ext cx="4302125" cy="339725"/>
          </a:xfrm>
          <a:prstGeom prst="rect">
            <a:avLst/>
          </a:prstGeom>
          <a:noFill/>
          <a:ln w="9525">
            <a:noFill/>
            <a:miter lim="800000"/>
          </a:ln>
          <a:effectLst/>
        </p:spPr>
        <p:txBody>
          <a:bodyPr vert="horz" wrap="square" lIns="91440" tIns="45720" rIns="91440" bIns="45720" numCol="1" anchor="t" anchorCtr="0" compatLnSpc="1"/>
          <a:lstStyle>
            <a:lvl1pPr eaLnBrk="0" hangingPunct="0">
              <a:defRPr sz="1200" b="0">
                <a:ea typeface="宋体" panose="02010600030101010101" pitchFamily="2" charset="-122"/>
                <a:cs typeface="+mn-cs"/>
              </a:defRPr>
            </a:lvl1pPr>
          </a:lstStyle>
          <a:p>
            <a:pPr>
              <a:defRPr/>
            </a:pPr>
            <a:endParaRPr lang="zh-CN" altLang="en-US"/>
          </a:p>
        </p:txBody>
      </p:sp>
      <p:sp>
        <p:nvSpPr>
          <p:cNvPr id="265219" name="Rectangle 3"/>
          <p:cNvSpPr>
            <a:spLocks noGrp="1" noChangeArrowheads="1"/>
          </p:cNvSpPr>
          <p:nvPr>
            <p:ph type="dt" sz="quarter" idx="1"/>
          </p:nvPr>
        </p:nvSpPr>
        <p:spPr bwMode="auto">
          <a:xfrm>
            <a:off x="5624513" y="0"/>
            <a:ext cx="4302125" cy="339725"/>
          </a:xfrm>
          <a:prstGeom prst="rect">
            <a:avLst/>
          </a:prstGeom>
          <a:noFill/>
          <a:ln w="9525">
            <a:noFill/>
            <a:miter lim="800000"/>
          </a:ln>
          <a:effectLst/>
        </p:spPr>
        <p:txBody>
          <a:bodyPr vert="horz" wrap="square" lIns="91440" tIns="45720" rIns="91440" bIns="45720" numCol="1" anchor="t" anchorCtr="0" compatLnSpc="1"/>
          <a:lstStyle>
            <a:lvl1pPr algn="r" eaLnBrk="0" hangingPunct="0">
              <a:defRPr sz="1200" b="0">
                <a:ea typeface="宋体" panose="02010600030101010101" pitchFamily="2" charset="-122"/>
                <a:cs typeface="+mn-cs"/>
              </a:defRPr>
            </a:lvl1pPr>
          </a:lstStyle>
          <a:p>
            <a:pPr>
              <a:defRPr/>
            </a:pPr>
            <a:fld id="{EE6993DC-483A-45AC-9156-0752343CED43}" type="datetimeFigureOut">
              <a:rPr lang="zh-CN" altLang="en-US"/>
              <a:t>2025/2/11</a:t>
            </a:fld>
            <a:endParaRPr lang="en-US" altLang="zh-CN"/>
          </a:p>
        </p:txBody>
      </p:sp>
      <p:sp>
        <p:nvSpPr>
          <p:cNvPr id="265220" name="Rectangle 4"/>
          <p:cNvSpPr>
            <a:spLocks noGrp="1" noChangeArrowheads="1"/>
          </p:cNvSpPr>
          <p:nvPr>
            <p:ph type="ftr" sz="quarter" idx="2"/>
          </p:nvPr>
        </p:nvSpPr>
        <p:spPr bwMode="auto">
          <a:xfrm>
            <a:off x="0" y="6456363"/>
            <a:ext cx="4302125" cy="339725"/>
          </a:xfrm>
          <a:prstGeom prst="rect">
            <a:avLst/>
          </a:prstGeom>
          <a:noFill/>
          <a:ln w="9525">
            <a:noFill/>
            <a:miter lim="800000"/>
          </a:ln>
          <a:effectLst/>
        </p:spPr>
        <p:txBody>
          <a:bodyPr vert="horz" wrap="square" lIns="91440" tIns="45720" rIns="91440" bIns="45720" numCol="1" anchor="b" anchorCtr="0" compatLnSpc="1"/>
          <a:lstStyle>
            <a:lvl1pPr eaLnBrk="0" hangingPunct="0">
              <a:defRPr sz="1200" b="0">
                <a:ea typeface="宋体" panose="02010600030101010101" pitchFamily="2" charset="-122"/>
                <a:cs typeface="+mn-cs"/>
              </a:defRPr>
            </a:lvl1pPr>
          </a:lstStyle>
          <a:p>
            <a:pPr>
              <a:defRPr/>
            </a:pPr>
            <a:endParaRPr lang="en-US" altLang="zh-CN"/>
          </a:p>
        </p:txBody>
      </p:sp>
      <p:sp>
        <p:nvSpPr>
          <p:cNvPr id="265221" name="Rectangle 5"/>
          <p:cNvSpPr>
            <a:spLocks noGrp="1" noChangeArrowheads="1"/>
          </p:cNvSpPr>
          <p:nvPr>
            <p:ph type="sldNum" sz="quarter" idx="3"/>
          </p:nvPr>
        </p:nvSpPr>
        <p:spPr bwMode="auto">
          <a:xfrm>
            <a:off x="5624513" y="6456363"/>
            <a:ext cx="4302125" cy="339725"/>
          </a:xfrm>
          <a:prstGeom prst="rect">
            <a:avLst/>
          </a:prstGeom>
          <a:noFill/>
          <a:ln w="9525">
            <a:noFill/>
            <a:miter lim="800000"/>
          </a:ln>
          <a:effectLst/>
        </p:spPr>
        <p:txBody>
          <a:bodyPr vert="horz" wrap="square" lIns="91440" tIns="45720" rIns="91440" bIns="45720" numCol="1" anchor="b" anchorCtr="0" compatLnSpc="1"/>
          <a:lstStyle>
            <a:lvl1pPr algn="r" eaLnBrk="0" hangingPunct="0">
              <a:defRPr sz="1200" b="0">
                <a:ea typeface="宋体" panose="02010600030101010101" pitchFamily="2" charset="-122"/>
              </a:defRPr>
            </a:lvl1pPr>
          </a:lstStyle>
          <a:p>
            <a:fld id="{D75B2E05-0253-43DA-BFE4-F260377C2325}" type="slidenum">
              <a:rPr lang="zh-CN" altLang="en-US"/>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4302125" cy="339725"/>
          </a:xfrm>
          <a:prstGeom prst="rect">
            <a:avLst/>
          </a:prstGeom>
          <a:noFill/>
          <a:ln w="9525">
            <a:noFill/>
            <a:miter lim="800000"/>
          </a:ln>
        </p:spPr>
        <p:txBody>
          <a:bodyPr vert="horz" wrap="square" lIns="91440" tIns="45720" rIns="91440" bIns="45720" numCol="1" anchor="t" anchorCtr="0" compatLnSpc="1"/>
          <a:lstStyle>
            <a:lvl1pPr eaLnBrk="0" hangingPunct="0">
              <a:defRPr sz="1200" b="0">
                <a:solidFill>
                  <a:schemeClr val="tx1"/>
                </a:solidFill>
                <a:latin typeface="Arial" panose="020B0604020202020204" pitchFamily="34" charset="0"/>
                <a:ea typeface="MS PGothic" panose="020B0600070205080204" pitchFamily="34" charset="-128"/>
                <a:cs typeface="+mn-cs"/>
              </a:defRPr>
            </a:lvl1pPr>
          </a:lstStyle>
          <a:p>
            <a:pPr>
              <a:defRPr/>
            </a:pPr>
            <a:endParaRPr lang="en-US" altLang="zh-CN"/>
          </a:p>
        </p:txBody>
      </p:sp>
      <p:sp>
        <p:nvSpPr>
          <p:cNvPr id="3075" name="Rectangle 3"/>
          <p:cNvSpPr>
            <a:spLocks noGrp="1" noChangeArrowheads="1"/>
          </p:cNvSpPr>
          <p:nvPr>
            <p:ph type="dt" idx="1"/>
          </p:nvPr>
        </p:nvSpPr>
        <p:spPr bwMode="auto">
          <a:xfrm>
            <a:off x="5626100" y="0"/>
            <a:ext cx="4302125" cy="339725"/>
          </a:xfrm>
          <a:prstGeom prst="rect">
            <a:avLst/>
          </a:prstGeom>
          <a:noFill/>
          <a:ln w="9525">
            <a:noFill/>
            <a:miter lim="800000"/>
          </a:ln>
        </p:spPr>
        <p:txBody>
          <a:bodyPr vert="horz" wrap="square" lIns="91440" tIns="45720" rIns="91440" bIns="45720" numCol="1" anchor="t" anchorCtr="0" compatLnSpc="1"/>
          <a:lstStyle>
            <a:lvl1pPr algn="r" eaLnBrk="0" hangingPunct="0">
              <a:defRPr sz="1200" b="0">
                <a:solidFill>
                  <a:schemeClr val="tx1"/>
                </a:solidFill>
                <a:latin typeface="Arial" panose="020B0604020202020204" pitchFamily="34" charset="0"/>
                <a:ea typeface="MS PGothic" panose="020B0600070205080204" pitchFamily="34" charset="-128"/>
                <a:cs typeface="+mn-cs"/>
              </a:defRPr>
            </a:lvl1pPr>
          </a:lstStyle>
          <a:p>
            <a:pPr>
              <a:defRPr/>
            </a:pPr>
            <a:endParaRPr lang="en-US" altLang="zh-CN"/>
          </a:p>
        </p:txBody>
      </p:sp>
      <p:sp>
        <p:nvSpPr>
          <p:cNvPr id="49156" name="Rectangle 4"/>
          <p:cNvSpPr>
            <a:spLocks noGrp="1" noRot="1" noChangeAspect="1" noChangeArrowheads="1" noTextEdit="1"/>
          </p:cNvSpPr>
          <p:nvPr>
            <p:ph type="sldImg" idx="2"/>
          </p:nvPr>
        </p:nvSpPr>
        <p:spPr bwMode="auto">
          <a:xfrm>
            <a:off x="2698750" y="509588"/>
            <a:ext cx="4532313" cy="2549525"/>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3077" name="Rectangle 5"/>
          <p:cNvSpPr>
            <a:spLocks noGrp="1" noChangeArrowheads="1"/>
          </p:cNvSpPr>
          <p:nvPr>
            <p:ph type="body" sz="quarter" idx="3"/>
          </p:nvPr>
        </p:nvSpPr>
        <p:spPr bwMode="auto">
          <a:xfrm>
            <a:off x="1323975" y="3228975"/>
            <a:ext cx="7280275" cy="3059113"/>
          </a:xfrm>
          <a:prstGeom prst="rect">
            <a:avLst/>
          </a:prstGeom>
          <a:noFill/>
          <a:ln w="9525">
            <a:noFill/>
            <a:miter lim="800000"/>
          </a:ln>
        </p:spPr>
        <p:txBody>
          <a:bodyPr vert="horz" wrap="square" lIns="91440" tIns="45720" rIns="91440" bIns="45720" numCol="1" anchor="t" anchorCtr="0" compatLnSpc="1"/>
          <a:lstStyle/>
          <a:p>
            <a:pPr lvl="0"/>
            <a:r>
              <a:rPr lang="en-US" altLang="zh-CN" noProof="0"/>
              <a:t>Click to edit Master text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p>
        </p:txBody>
      </p:sp>
      <p:sp>
        <p:nvSpPr>
          <p:cNvPr id="3078" name="Rectangle 6"/>
          <p:cNvSpPr>
            <a:spLocks noGrp="1" noChangeArrowheads="1"/>
          </p:cNvSpPr>
          <p:nvPr>
            <p:ph type="ftr" sz="quarter" idx="4"/>
          </p:nvPr>
        </p:nvSpPr>
        <p:spPr bwMode="auto">
          <a:xfrm>
            <a:off x="0" y="6457950"/>
            <a:ext cx="4302125" cy="339725"/>
          </a:xfrm>
          <a:prstGeom prst="rect">
            <a:avLst/>
          </a:prstGeom>
          <a:noFill/>
          <a:ln w="9525">
            <a:noFill/>
            <a:miter lim="800000"/>
          </a:ln>
        </p:spPr>
        <p:txBody>
          <a:bodyPr vert="horz" wrap="square" lIns="91440" tIns="45720" rIns="91440" bIns="45720" numCol="1" anchor="b" anchorCtr="0" compatLnSpc="1"/>
          <a:lstStyle>
            <a:lvl1pPr eaLnBrk="0" hangingPunct="0">
              <a:defRPr sz="1200" b="0">
                <a:solidFill>
                  <a:schemeClr val="tx1"/>
                </a:solidFill>
                <a:latin typeface="Arial" panose="020B0604020202020204" pitchFamily="34" charset="0"/>
                <a:ea typeface="MS PGothic" panose="020B0600070205080204" pitchFamily="34" charset="-128"/>
                <a:cs typeface="+mn-cs"/>
              </a:defRPr>
            </a:lvl1pPr>
          </a:lstStyle>
          <a:p>
            <a:pPr>
              <a:defRPr/>
            </a:pPr>
            <a:endParaRPr lang="en-US" altLang="zh-CN"/>
          </a:p>
        </p:txBody>
      </p:sp>
      <p:sp>
        <p:nvSpPr>
          <p:cNvPr id="3079" name="Rectangle 7"/>
          <p:cNvSpPr>
            <a:spLocks noGrp="1" noChangeArrowheads="1"/>
          </p:cNvSpPr>
          <p:nvPr>
            <p:ph type="sldNum" sz="quarter" idx="5"/>
          </p:nvPr>
        </p:nvSpPr>
        <p:spPr bwMode="auto">
          <a:xfrm>
            <a:off x="5626100" y="6457950"/>
            <a:ext cx="4302125" cy="339725"/>
          </a:xfrm>
          <a:prstGeom prst="rect">
            <a:avLst/>
          </a:prstGeom>
          <a:noFill/>
          <a:ln w="9525">
            <a:noFill/>
            <a:miter lim="800000"/>
          </a:ln>
        </p:spPr>
        <p:txBody>
          <a:bodyPr vert="horz" wrap="square" lIns="91440" tIns="45720" rIns="91440" bIns="45720" numCol="1" anchor="b" anchorCtr="0" compatLnSpc="1"/>
          <a:lstStyle>
            <a:lvl1pPr algn="r" eaLnBrk="0" hangingPunct="0">
              <a:defRPr sz="1200" b="0">
                <a:solidFill>
                  <a:schemeClr val="tx1"/>
                </a:solidFill>
                <a:latin typeface="Arial" panose="020B0604020202020204" pitchFamily="34" charset="0"/>
                <a:ea typeface="MS PGothic" panose="020B0600070205080204" pitchFamily="34" charset="-128"/>
              </a:defRPr>
            </a:lvl1pPr>
          </a:lstStyle>
          <a:p>
            <a:fld id="{D7BAAFD8-8AF5-4807-BA38-874513E93B2C}" type="slidenum">
              <a:rPr lang="zh-CN" altLang="en-US"/>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tif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tif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tif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tif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tif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tif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46"/>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7"/>
          <p:cNvSpPr>
            <a:spLocks noGrp="1" noChangeArrowheads="1"/>
          </p:cNvSpPr>
          <p:nvPr>
            <p:ph type="dt" sz="half" idx="10"/>
          </p:nvPr>
        </p:nvSpPr>
        <p:spPr/>
        <p:txBody>
          <a:bodyPr/>
          <a:lstStyle>
            <a:lvl1pPr>
              <a:defRPr/>
            </a:lvl1pPr>
          </a:lstStyle>
          <a:p>
            <a:pPr>
              <a:defRPr/>
            </a:pPr>
            <a:fld id="{A9128C1D-ED0B-46A0-B654-5C42AE75CA98}" type="datetime1">
              <a:rPr lang="en-US" altLang="zh-CN" smtClean="0"/>
              <a:t>2/11/2025</a:t>
            </a:fld>
            <a:endParaRPr lang="zh-CN" altLang="en-US"/>
          </a:p>
        </p:txBody>
      </p:sp>
      <p:sp>
        <p:nvSpPr>
          <p:cNvPr id="5" name="Rectangle 9"/>
          <p:cNvSpPr>
            <a:spLocks noGrp="1" noChangeArrowheads="1"/>
          </p:cNvSpPr>
          <p:nvPr>
            <p:ph type="sldNum" sz="quarter" idx="11"/>
          </p:nvPr>
        </p:nvSpPr>
        <p:spPr/>
        <p:txBody>
          <a:bodyPr/>
          <a:lstStyle>
            <a:lvl1pPr>
              <a:defRPr/>
            </a:lvl1pPr>
          </a:lstStyle>
          <a:p>
            <a:fld id="{F5C97F9A-45AD-4498-B856-5AF780781397}" type="slidenum">
              <a:rPr lang="zh-CN" altLang="en-US"/>
              <a:t>‹#›</a:t>
            </a:fld>
            <a:endParaRPr lang="en-US" altLang="zh-CN"/>
          </a:p>
        </p:txBody>
      </p:sp>
      <p:sp>
        <p:nvSpPr>
          <p:cNvPr id="6" name="Rectangle 8"/>
          <p:cNvSpPr>
            <a:spLocks noGrp="1" noChangeArrowheads="1"/>
          </p:cNvSpPr>
          <p:nvPr>
            <p:ph type="ftr" sz="quarter" idx="12"/>
          </p:nvPr>
        </p:nvSpPr>
        <p:spPr/>
        <p:txBody>
          <a:bodyPr/>
          <a:lstStyle>
            <a:lvl1pPr>
              <a:defRPr/>
            </a:lvl1pPr>
          </a:lstStyle>
          <a:p>
            <a:pPr>
              <a:defRPr/>
            </a:pP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354542" y="755185"/>
            <a:ext cx="12814300" cy="957263"/>
          </a:xfrm>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7"/>
          <p:cNvSpPr>
            <a:spLocks noGrp="1" noChangeArrowheads="1"/>
          </p:cNvSpPr>
          <p:nvPr>
            <p:ph type="dt" sz="half" idx="10"/>
          </p:nvPr>
        </p:nvSpPr>
        <p:spPr/>
        <p:txBody>
          <a:bodyPr/>
          <a:lstStyle>
            <a:lvl1pPr>
              <a:defRPr/>
            </a:lvl1pPr>
          </a:lstStyle>
          <a:p>
            <a:pPr>
              <a:defRPr/>
            </a:pPr>
            <a:fld id="{1672A0A0-4373-49D9-BA24-389BB7432E15}" type="datetime1">
              <a:rPr lang="en-US" altLang="zh-CN" smtClean="0"/>
              <a:t>2/11/2025</a:t>
            </a:fld>
            <a:endParaRPr lang="zh-CN" altLang="en-US"/>
          </a:p>
        </p:txBody>
      </p:sp>
      <p:sp>
        <p:nvSpPr>
          <p:cNvPr id="5" name="Rectangle 9"/>
          <p:cNvSpPr>
            <a:spLocks noGrp="1" noChangeArrowheads="1"/>
          </p:cNvSpPr>
          <p:nvPr>
            <p:ph type="sldNum" sz="quarter" idx="11"/>
          </p:nvPr>
        </p:nvSpPr>
        <p:spPr/>
        <p:txBody>
          <a:bodyPr/>
          <a:lstStyle>
            <a:lvl1pPr>
              <a:defRPr sz="2000">
                <a:latin typeface="Times New Roman" panose="02020603050405020304" pitchFamily="18" charset="0"/>
                <a:cs typeface="Times New Roman" panose="02020603050405020304" pitchFamily="18" charset="0"/>
              </a:defRPr>
            </a:lvl1pPr>
          </a:lstStyle>
          <a:p>
            <a:fld id="{EB7C6F6D-FFA8-468C-AF6A-CB4C27E2EEF8}" type="slidenum">
              <a:rPr lang="zh-CN" altLang="en-US" smtClean="0"/>
              <a:t>‹#›</a:t>
            </a:fld>
            <a:endParaRPr lang="en-US" altLang="zh-CN"/>
          </a:p>
        </p:txBody>
      </p:sp>
      <p:sp>
        <p:nvSpPr>
          <p:cNvPr id="6" name="Rectangle 8"/>
          <p:cNvSpPr>
            <a:spLocks noGrp="1" noChangeArrowheads="1"/>
          </p:cNvSpPr>
          <p:nvPr>
            <p:ph type="ftr" sz="quarter" idx="12"/>
          </p:nvPr>
        </p:nvSpPr>
        <p:spPr/>
        <p:txBody>
          <a:bodyPr/>
          <a:lstStyle>
            <a:lvl1pPr>
              <a:defRPr/>
            </a:lvl1pPr>
          </a:lstStyle>
          <a:p>
            <a:pPr>
              <a:defRPr/>
            </a:pPr>
            <a:endParaRPr lang="zh-CN" altLang="en-US"/>
          </a:p>
        </p:txBody>
      </p:sp>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23948" y="18896"/>
            <a:ext cx="1289099" cy="966824"/>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2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7"/>
          <p:cNvSpPr>
            <a:spLocks noGrp="1" noChangeArrowheads="1"/>
          </p:cNvSpPr>
          <p:nvPr>
            <p:ph type="dt" sz="half" idx="10"/>
          </p:nvPr>
        </p:nvSpPr>
        <p:spPr/>
        <p:txBody>
          <a:bodyPr/>
          <a:lstStyle>
            <a:lvl1pPr>
              <a:defRPr/>
            </a:lvl1pPr>
          </a:lstStyle>
          <a:p>
            <a:pPr>
              <a:defRPr/>
            </a:pPr>
            <a:fld id="{FBCED250-6496-4FC0-83A4-45E3486A542A}" type="datetime1">
              <a:rPr lang="en-US" altLang="zh-CN" smtClean="0"/>
              <a:t>2/11/2025</a:t>
            </a:fld>
            <a:endParaRPr lang="zh-CN" altLang="en-US"/>
          </a:p>
        </p:txBody>
      </p:sp>
      <p:sp>
        <p:nvSpPr>
          <p:cNvPr id="5" name="Rectangle 9"/>
          <p:cNvSpPr>
            <a:spLocks noGrp="1" noChangeArrowheads="1"/>
          </p:cNvSpPr>
          <p:nvPr>
            <p:ph type="sldNum" sz="quarter" idx="11"/>
          </p:nvPr>
        </p:nvSpPr>
        <p:spPr/>
        <p:txBody>
          <a:bodyPr/>
          <a:lstStyle>
            <a:lvl1pPr>
              <a:defRPr/>
            </a:lvl1pPr>
          </a:lstStyle>
          <a:p>
            <a:fld id="{EC9360B5-64CB-46AB-9803-AA3C34914FFA}" type="slidenum">
              <a:rPr lang="zh-CN" altLang="en-US"/>
              <a:t>‹#›</a:t>
            </a:fld>
            <a:endParaRPr lang="en-US" altLang="zh-CN"/>
          </a:p>
        </p:txBody>
      </p:sp>
      <p:sp>
        <p:nvSpPr>
          <p:cNvPr id="6" name="Rectangle 8"/>
          <p:cNvSpPr>
            <a:spLocks noGrp="1" noChangeArrowheads="1"/>
          </p:cNvSpPr>
          <p:nvPr>
            <p:ph type="ftr" sz="quarter" idx="12"/>
          </p:nvPr>
        </p:nvSpPr>
        <p:spPr/>
        <p:txBody>
          <a:bodyPr/>
          <a:lstStyle>
            <a:lvl1pPr>
              <a:defRPr/>
            </a:lvl1pPr>
          </a:lstStyle>
          <a:p>
            <a:pPr>
              <a:defRPr/>
            </a:pPr>
            <a:endParaRPr lang="zh-CN" altLang="en-US"/>
          </a:p>
        </p:txBody>
      </p:sp>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23948" y="18896"/>
            <a:ext cx="1289099" cy="966824"/>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24418" y="1484313"/>
            <a:ext cx="5325533" cy="43926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53165" y="1484313"/>
            <a:ext cx="5327649" cy="43926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7"/>
          <p:cNvSpPr>
            <a:spLocks noGrp="1" noChangeArrowheads="1"/>
          </p:cNvSpPr>
          <p:nvPr>
            <p:ph type="dt" sz="half" idx="10"/>
          </p:nvPr>
        </p:nvSpPr>
        <p:spPr/>
        <p:txBody>
          <a:bodyPr/>
          <a:lstStyle>
            <a:lvl1pPr>
              <a:defRPr/>
            </a:lvl1pPr>
          </a:lstStyle>
          <a:p>
            <a:pPr>
              <a:defRPr/>
            </a:pPr>
            <a:fld id="{B0AD5490-7D55-471A-81B5-0774564F5794}" type="datetime1">
              <a:rPr lang="en-US" altLang="zh-CN" smtClean="0"/>
              <a:t>2/11/2025</a:t>
            </a:fld>
            <a:endParaRPr lang="zh-CN" altLang="en-US"/>
          </a:p>
        </p:txBody>
      </p:sp>
      <p:sp>
        <p:nvSpPr>
          <p:cNvPr id="6" name="Rectangle 9"/>
          <p:cNvSpPr>
            <a:spLocks noGrp="1" noChangeArrowheads="1"/>
          </p:cNvSpPr>
          <p:nvPr>
            <p:ph type="sldNum" sz="quarter" idx="11"/>
          </p:nvPr>
        </p:nvSpPr>
        <p:spPr/>
        <p:txBody>
          <a:bodyPr/>
          <a:lstStyle>
            <a:lvl1pPr>
              <a:defRPr/>
            </a:lvl1pPr>
          </a:lstStyle>
          <a:p>
            <a:fld id="{DD472664-DEE8-44BA-AEBC-3D1BBFC236F8}" type="slidenum">
              <a:rPr lang="zh-CN" altLang="en-US"/>
              <a:t>‹#›</a:t>
            </a:fld>
            <a:endParaRPr lang="en-US" altLang="zh-CN"/>
          </a:p>
        </p:txBody>
      </p:sp>
      <p:sp>
        <p:nvSpPr>
          <p:cNvPr id="7" name="Rectangle 8"/>
          <p:cNvSpPr>
            <a:spLocks noGrp="1" noChangeArrowheads="1"/>
          </p:cNvSpPr>
          <p:nvPr>
            <p:ph type="ftr" sz="quarter" idx="12"/>
          </p:nvPr>
        </p:nvSpPr>
        <p:spPr/>
        <p:txBody>
          <a:bodyPr/>
          <a:lstStyle>
            <a:lvl1pPr>
              <a:defRPr/>
            </a:lvl1pPr>
          </a:lstStyle>
          <a:p>
            <a:pPr>
              <a:defRPr/>
            </a:pP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13"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81"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81"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7"/>
          <p:cNvSpPr>
            <a:spLocks noGrp="1" noChangeArrowheads="1"/>
          </p:cNvSpPr>
          <p:nvPr>
            <p:ph type="dt" sz="half" idx="10"/>
          </p:nvPr>
        </p:nvSpPr>
        <p:spPr/>
        <p:txBody>
          <a:bodyPr/>
          <a:lstStyle>
            <a:lvl1pPr>
              <a:defRPr/>
            </a:lvl1pPr>
          </a:lstStyle>
          <a:p>
            <a:pPr>
              <a:defRPr/>
            </a:pPr>
            <a:fld id="{1F5E69C6-574A-4198-BB1C-82EEBF2E1801}" type="datetime1">
              <a:rPr lang="en-US" altLang="zh-CN" smtClean="0"/>
              <a:t>2/11/2025</a:t>
            </a:fld>
            <a:endParaRPr lang="zh-CN" altLang="en-US"/>
          </a:p>
        </p:txBody>
      </p:sp>
      <p:sp>
        <p:nvSpPr>
          <p:cNvPr id="8" name="Rectangle 9"/>
          <p:cNvSpPr>
            <a:spLocks noGrp="1" noChangeArrowheads="1"/>
          </p:cNvSpPr>
          <p:nvPr>
            <p:ph type="sldNum" sz="quarter" idx="11"/>
          </p:nvPr>
        </p:nvSpPr>
        <p:spPr/>
        <p:txBody>
          <a:bodyPr/>
          <a:lstStyle>
            <a:lvl1pPr>
              <a:defRPr/>
            </a:lvl1pPr>
          </a:lstStyle>
          <a:p>
            <a:fld id="{AF32095A-B3D4-4519-AA8C-1D2FCF3507E2}" type="slidenum">
              <a:rPr lang="zh-CN" altLang="en-US"/>
              <a:t>‹#›</a:t>
            </a:fld>
            <a:endParaRPr lang="en-US" altLang="zh-CN"/>
          </a:p>
        </p:txBody>
      </p:sp>
      <p:sp>
        <p:nvSpPr>
          <p:cNvPr id="9" name="Rectangle 8"/>
          <p:cNvSpPr>
            <a:spLocks noGrp="1" noChangeArrowheads="1"/>
          </p:cNvSpPr>
          <p:nvPr>
            <p:ph type="ftr" sz="quarter" idx="12"/>
          </p:nvPr>
        </p:nvSpPr>
        <p:spPr/>
        <p:txBody>
          <a:bodyPr/>
          <a:lstStyle>
            <a:lvl1pPr>
              <a:defRPr/>
            </a:lvl1pPr>
          </a:lstStyle>
          <a:p>
            <a:pPr>
              <a:defRPr/>
            </a:pP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4" name="Rectangle 9"/>
          <p:cNvSpPr>
            <a:spLocks noGrp="1" noChangeArrowheads="1"/>
          </p:cNvSpPr>
          <p:nvPr>
            <p:ph type="sldNum" sz="quarter" idx="11"/>
          </p:nvPr>
        </p:nvSpPr>
        <p:spPr/>
        <p:txBody>
          <a:bodyPr/>
          <a:lstStyle>
            <a:lvl1pPr>
              <a:defRPr/>
            </a:lvl1pPr>
          </a:lstStyle>
          <a:p>
            <a:fld id="{64CB864B-4EF4-4434-BB60-762C23849B52}" type="slidenum">
              <a:rPr lang="zh-CN" altLang="en-US"/>
              <a:t>‹#›</a:t>
            </a:fld>
            <a:endParaRPr lang="en-US" altLang="zh-CN"/>
          </a:p>
        </p:txBody>
      </p:sp>
      <p:sp>
        <p:nvSpPr>
          <p:cNvPr id="5" name="Rectangle 8"/>
          <p:cNvSpPr>
            <a:spLocks noGrp="1" noChangeArrowheads="1"/>
          </p:cNvSpPr>
          <p:nvPr>
            <p:ph type="ftr" sz="quarter" idx="12"/>
          </p:nvPr>
        </p:nvSpPr>
        <p:spPr/>
        <p:txBody>
          <a:bodyPr/>
          <a:lstStyle>
            <a:lvl1pPr>
              <a:defRPr/>
            </a:lvl1pPr>
          </a:lstStyle>
          <a:p>
            <a:pPr>
              <a:defRPr/>
            </a:pPr>
            <a:endParaRPr lang="zh-CN" altLang="en-US"/>
          </a:p>
        </p:txBody>
      </p:sp>
      <p:pic>
        <p:nvPicPr>
          <p:cNvPr id="6" name="图片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23948" y="18896"/>
            <a:ext cx="1289099" cy="966824"/>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Rectangle 9"/>
          <p:cNvSpPr>
            <a:spLocks noGrp="1" noChangeArrowheads="1"/>
          </p:cNvSpPr>
          <p:nvPr>
            <p:ph type="sldNum" sz="quarter" idx="11"/>
          </p:nvPr>
        </p:nvSpPr>
        <p:spPr/>
        <p:txBody>
          <a:bodyPr/>
          <a:lstStyle>
            <a:lvl1pPr>
              <a:defRPr/>
            </a:lvl1pPr>
          </a:lstStyle>
          <a:p>
            <a:fld id="{217794D7-36C4-4E93-AE7A-0CAF6AF174FC}" type="slidenum">
              <a:rPr lang="zh-CN" altLang="en-US"/>
              <a:t>‹#›</a:t>
            </a:fld>
            <a:endParaRPr lang="en-US" altLang="zh-CN"/>
          </a:p>
        </p:txBody>
      </p:sp>
      <p:sp>
        <p:nvSpPr>
          <p:cNvPr id="4" name="Rectangle 8"/>
          <p:cNvSpPr>
            <a:spLocks noGrp="1" noChangeArrowheads="1"/>
          </p:cNvSpPr>
          <p:nvPr>
            <p:ph type="ftr" sz="quarter" idx="12"/>
          </p:nvPr>
        </p:nvSpPr>
        <p:spPr/>
        <p:txBody>
          <a:bodyPr/>
          <a:lstStyle>
            <a:lvl1pPr>
              <a:defRPr/>
            </a:lvl1pPr>
          </a:lstStyle>
          <a:p>
            <a:pPr>
              <a:defRPr/>
            </a:pPr>
            <a:endParaRPr lang="zh-CN" altLang="en-US"/>
          </a:p>
        </p:txBody>
      </p:sp>
      <p:pic>
        <p:nvPicPr>
          <p:cNvPr id="5" name="图片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23948" y="18896"/>
            <a:ext cx="1289099" cy="966824"/>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14" y="273050"/>
            <a:ext cx="4011084"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6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14"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7"/>
          <p:cNvSpPr>
            <a:spLocks noGrp="1" noChangeArrowheads="1"/>
          </p:cNvSpPr>
          <p:nvPr>
            <p:ph type="dt" sz="half" idx="10"/>
          </p:nvPr>
        </p:nvSpPr>
        <p:spPr/>
        <p:txBody>
          <a:bodyPr/>
          <a:lstStyle>
            <a:lvl1pPr>
              <a:defRPr/>
            </a:lvl1pPr>
          </a:lstStyle>
          <a:p>
            <a:pPr>
              <a:defRPr/>
            </a:pPr>
            <a:fld id="{49EE952D-61FE-44C1-96ED-14749303448E}" type="datetime1">
              <a:rPr lang="en-US" altLang="zh-CN" smtClean="0"/>
              <a:t>2/11/2025</a:t>
            </a:fld>
            <a:endParaRPr lang="zh-CN" altLang="en-US"/>
          </a:p>
        </p:txBody>
      </p:sp>
      <p:sp>
        <p:nvSpPr>
          <p:cNvPr id="6" name="Rectangle 9"/>
          <p:cNvSpPr>
            <a:spLocks noGrp="1" noChangeArrowheads="1"/>
          </p:cNvSpPr>
          <p:nvPr>
            <p:ph type="sldNum" sz="quarter" idx="11"/>
          </p:nvPr>
        </p:nvSpPr>
        <p:spPr/>
        <p:txBody>
          <a:bodyPr/>
          <a:lstStyle>
            <a:lvl1pPr>
              <a:defRPr/>
            </a:lvl1pPr>
          </a:lstStyle>
          <a:p>
            <a:fld id="{58BF02F4-5381-4EAA-94F3-16972E022FEE}" type="slidenum">
              <a:rPr lang="zh-CN" altLang="en-US"/>
              <a:t>‹#›</a:t>
            </a:fld>
            <a:endParaRPr lang="en-US" altLang="zh-CN"/>
          </a:p>
        </p:txBody>
      </p:sp>
      <p:sp>
        <p:nvSpPr>
          <p:cNvPr id="7" name="Rectangle 8"/>
          <p:cNvSpPr>
            <a:spLocks noGrp="1" noChangeArrowheads="1"/>
          </p:cNvSpPr>
          <p:nvPr>
            <p:ph type="ftr" sz="quarter" idx="12"/>
          </p:nvPr>
        </p:nvSpPr>
        <p:spPr/>
        <p:txBody>
          <a:bodyPr/>
          <a:lstStyle>
            <a:lvl1pPr>
              <a:defRPr/>
            </a:lvl1pPr>
          </a:lstStyle>
          <a:p>
            <a:pPr>
              <a:defRPr/>
            </a:pPr>
            <a:endParaRPr lang="zh-CN" altLang="en-US"/>
          </a:p>
        </p:txBody>
      </p:sp>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23948" y="18896"/>
            <a:ext cx="1289099" cy="966824"/>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7"/>
          <p:cNvSpPr>
            <a:spLocks noGrp="1" noChangeArrowheads="1"/>
          </p:cNvSpPr>
          <p:nvPr>
            <p:ph type="dt" sz="half" idx="10"/>
          </p:nvPr>
        </p:nvSpPr>
        <p:spPr/>
        <p:txBody>
          <a:bodyPr/>
          <a:lstStyle>
            <a:lvl1pPr>
              <a:defRPr/>
            </a:lvl1pPr>
          </a:lstStyle>
          <a:p>
            <a:pPr>
              <a:defRPr/>
            </a:pPr>
            <a:fld id="{5C1FC57A-25E6-407B-AEED-71D456720CA2}" type="datetime1">
              <a:rPr lang="en-US" altLang="zh-CN" smtClean="0"/>
              <a:t>2/11/2025</a:t>
            </a:fld>
            <a:endParaRPr lang="zh-CN" altLang="en-US"/>
          </a:p>
        </p:txBody>
      </p:sp>
      <p:sp>
        <p:nvSpPr>
          <p:cNvPr id="6" name="Rectangle 9"/>
          <p:cNvSpPr>
            <a:spLocks noGrp="1" noChangeArrowheads="1"/>
          </p:cNvSpPr>
          <p:nvPr>
            <p:ph type="sldNum" sz="quarter" idx="11"/>
          </p:nvPr>
        </p:nvSpPr>
        <p:spPr/>
        <p:txBody>
          <a:bodyPr/>
          <a:lstStyle>
            <a:lvl1pPr>
              <a:defRPr/>
            </a:lvl1pPr>
          </a:lstStyle>
          <a:p>
            <a:fld id="{FC47EF18-B5BF-468C-8E72-DE6319A52F22}" type="slidenum">
              <a:rPr lang="zh-CN" altLang="en-US"/>
              <a:t>‹#›</a:t>
            </a:fld>
            <a:endParaRPr lang="en-US" altLang="zh-CN"/>
          </a:p>
        </p:txBody>
      </p:sp>
      <p:sp>
        <p:nvSpPr>
          <p:cNvPr id="7" name="Rectangle 8"/>
          <p:cNvSpPr>
            <a:spLocks noGrp="1" noChangeArrowheads="1"/>
          </p:cNvSpPr>
          <p:nvPr>
            <p:ph type="ftr" sz="quarter" idx="12"/>
          </p:nvPr>
        </p:nvSpPr>
        <p:spPr/>
        <p:txBody>
          <a:bodyPr/>
          <a:lstStyle>
            <a:lvl1pPr>
              <a:defRPr/>
            </a:lvl1pPr>
          </a:lstStyle>
          <a:p>
            <a:pPr>
              <a:defRPr/>
            </a:pPr>
            <a:endParaRPr lang="zh-CN" altLang="en-US"/>
          </a:p>
        </p:txBody>
      </p:sp>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23948" y="18896"/>
            <a:ext cx="1289099" cy="966824"/>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pic>
        <p:nvPicPr>
          <p:cNvPr id="3196" name="Picture 10"/>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 name="Picture 12" descr="a_1"/>
          <p:cNvPicPr>
            <a:picLocks noChangeAspect="1" noChangeArrowheads="1"/>
          </p:cNvPicPr>
          <p:nvPr userDrawn="1"/>
        </p:nvPicPr>
        <p:blipFill>
          <a:blip r:embed="rId3">
            <a:extLst>
              <a:ext uri="{28A0092B-C50C-407E-A947-70E740481C1C}">
                <a14:useLocalDpi xmlns:a14="http://schemas.microsoft.com/office/drawing/2010/main" val="0"/>
              </a:ext>
            </a:extLst>
          </a:blip>
          <a:srcRect l="2174"/>
          <a:stretch>
            <a:fillRect/>
          </a:stretch>
        </p:blipFill>
        <p:spPr bwMode="auto">
          <a:xfrm>
            <a:off x="0" y="0"/>
            <a:ext cx="12192000" cy="530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Rectangle 22"/>
          <p:cNvSpPr>
            <a:spLocks noChangeArrowheads="1"/>
          </p:cNvSpPr>
          <p:nvPr userDrawn="1"/>
        </p:nvSpPr>
        <p:spPr bwMode="gray">
          <a:xfrm>
            <a:off x="0" y="2590800"/>
            <a:ext cx="12192000" cy="1066800"/>
          </a:xfrm>
          <a:prstGeom prst="rect">
            <a:avLst/>
          </a:prstGeom>
          <a:gradFill rotWithShape="1">
            <a:gsLst>
              <a:gs pos="14000">
                <a:srgbClr val="3191D3"/>
              </a:gs>
              <a:gs pos="94000">
                <a:srgbClr val="0099CC"/>
              </a:gs>
            </a:gsLst>
            <a:lin ang="5400000" scaled="1"/>
          </a:gradFill>
          <a:ln w="9525">
            <a:noFill/>
            <a:miter lim="800000"/>
          </a:ln>
          <a:effectLst/>
        </p:spPr>
        <p:txBody>
          <a:bodyPr wrap="none" anchor="ctr"/>
          <a:lstStyle/>
          <a:p>
            <a:pPr>
              <a:defRPr/>
            </a:pPr>
            <a:endParaRPr lang="zh-CN" altLang="en-US" sz="1800" b="0">
              <a:latin typeface="Arial" panose="020B0604020202020204" pitchFamily="34" charset="0"/>
              <a:ea typeface="宋体" panose="02010600030101010101" pitchFamily="2" charset="-122"/>
            </a:endParaRPr>
          </a:p>
        </p:txBody>
      </p:sp>
      <p:sp>
        <p:nvSpPr>
          <p:cNvPr id="33" name="Line 26"/>
          <p:cNvSpPr>
            <a:spLocks noChangeShapeType="1"/>
          </p:cNvSpPr>
          <p:nvPr userDrawn="1"/>
        </p:nvSpPr>
        <p:spPr bwMode="auto">
          <a:xfrm>
            <a:off x="0" y="3657600"/>
            <a:ext cx="12192000" cy="0"/>
          </a:xfrm>
          <a:prstGeom prst="line">
            <a:avLst/>
          </a:prstGeom>
          <a:noFill/>
          <a:ln w="38100">
            <a:solidFill>
              <a:srgbClr val="FFFFFF"/>
            </a:solidFill>
            <a:round/>
          </a:ln>
          <a:effectLst/>
        </p:spPr>
        <p:txBody>
          <a:bodyPr/>
          <a:lstStyle/>
          <a:p>
            <a:pPr>
              <a:defRPr/>
            </a:pPr>
            <a:endParaRPr lang="zh-CN" altLang="en-US" sz="1800" b="0">
              <a:latin typeface="Arial" panose="020B0604020202020204" pitchFamily="34" charset="0"/>
              <a:ea typeface="宋体" panose="02010600030101010101" pitchFamily="2" charset="-122"/>
            </a:endParaRPr>
          </a:p>
        </p:txBody>
      </p:sp>
      <p:sp>
        <p:nvSpPr>
          <p:cNvPr id="34" name="Line 27"/>
          <p:cNvSpPr>
            <a:spLocks noChangeShapeType="1"/>
          </p:cNvSpPr>
          <p:nvPr userDrawn="1"/>
        </p:nvSpPr>
        <p:spPr bwMode="auto">
          <a:xfrm>
            <a:off x="0" y="2590800"/>
            <a:ext cx="12192000" cy="0"/>
          </a:xfrm>
          <a:prstGeom prst="line">
            <a:avLst/>
          </a:prstGeom>
          <a:noFill/>
          <a:ln w="38100">
            <a:solidFill>
              <a:srgbClr val="FFFFFF"/>
            </a:solidFill>
            <a:round/>
          </a:ln>
          <a:effectLst/>
        </p:spPr>
        <p:txBody>
          <a:bodyPr/>
          <a:lstStyle/>
          <a:p>
            <a:pPr>
              <a:defRPr/>
            </a:pPr>
            <a:endParaRPr lang="zh-CN" altLang="en-US" sz="1800" b="0">
              <a:latin typeface="Arial" panose="020B0604020202020204" pitchFamily="34" charset="0"/>
              <a:ea typeface="宋体" panose="02010600030101010101" pitchFamily="2" charset="-122"/>
            </a:endParaRPr>
          </a:p>
        </p:txBody>
      </p:sp>
      <p:sp>
        <p:nvSpPr>
          <p:cNvPr id="35" name="Rectangle 29"/>
          <p:cNvSpPr>
            <a:spLocks noChangeArrowheads="1"/>
          </p:cNvSpPr>
          <p:nvPr userDrawn="1"/>
        </p:nvSpPr>
        <p:spPr bwMode="gray">
          <a:xfrm>
            <a:off x="1" y="0"/>
            <a:ext cx="12189884" cy="1447800"/>
          </a:xfrm>
          <a:prstGeom prst="rect">
            <a:avLst/>
          </a:prstGeom>
          <a:gradFill rotWithShape="1">
            <a:gsLst>
              <a:gs pos="0">
                <a:srgbClr val="81CFEB">
                  <a:alpha val="19000"/>
                </a:srgbClr>
              </a:gs>
              <a:gs pos="100000">
                <a:srgbClr val="81CFEB">
                  <a:gamma/>
                  <a:tint val="0"/>
                  <a:invGamma/>
                </a:srgbClr>
              </a:gs>
            </a:gsLst>
            <a:lin ang="5400000" scaled="1"/>
          </a:gradFill>
          <a:ln w="0" algn="ctr">
            <a:noFill/>
            <a:miter lim="800000"/>
          </a:ln>
          <a:effectLst/>
        </p:spPr>
        <p:txBody>
          <a:bodyPr wrap="none" anchor="ctr"/>
          <a:lstStyle/>
          <a:p>
            <a:pPr>
              <a:defRPr/>
            </a:pPr>
            <a:endParaRPr lang="zh-CN" altLang="en-US" sz="1800" b="0">
              <a:latin typeface="Arial" panose="020B0604020202020204" pitchFamily="34" charset="0"/>
              <a:ea typeface="宋体" panose="02010600030101010101" pitchFamily="2" charset="-122"/>
            </a:endParaRPr>
          </a:p>
        </p:txBody>
      </p:sp>
      <p:sp>
        <p:nvSpPr>
          <p:cNvPr id="36" name="Rectangle 33"/>
          <p:cNvSpPr>
            <a:spLocks noChangeArrowheads="1"/>
          </p:cNvSpPr>
          <p:nvPr userDrawn="1"/>
        </p:nvSpPr>
        <p:spPr bwMode="auto">
          <a:xfrm>
            <a:off x="0" y="1447800"/>
            <a:ext cx="12192000" cy="1143000"/>
          </a:xfrm>
          <a:prstGeom prst="rect">
            <a:avLst/>
          </a:prstGeom>
          <a:solidFill>
            <a:srgbClr val="FFFFFF"/>
          </a:solidFill>
          <a:ln w="9525">
            <a:noFill/>
            <a:miter lim="800000"/>
          </a:ln>
          <a:effectLst/>
        </p:spPr>
        <p:txBody>
          <a:bodyPr wrap="none" anchor="ctr"/>
          <a:lstStyle/>
          <a:p>
            <a:pPr>
              <a:defRPr/>
            </a:pPr>
            <a:endParaRPr lang="zh-CN" altLang="en-US" sz="1800" b="0">
              <a:latin typeface="Arial" panose="020B0604020202020204" pitchFamily="34" charset="0"/>
              <a:ea typeface="宋体" panose="02010600030101010101" pitchFamily="2" charset="-122"/>
            </a:endParaRPr>
          </a:p>
        </p:txBody>
      </p:sp>
      <p:sp>
        <p:nvSpPr>
          <p:cNvPr id="38" name="Line 34"/>
          <p:cNvSpPr>
            <a:spLocks noChangeShapeType="1"/>
          </p:cNvSpPr>
          <p:nvPr userDrawn="1"/>
        </p:nvSpPr>
        <p:spPr bwMode="auto">
          <a:xfrm>
            <a:off x="0" y="2590800"/>
            <a:ext cx="12192000" cy="0"/>
          </a:xfrm>
          <a:prstGeom prst="line">
            <a:avLst/>
          </a:prstGeom>
          <a:noFill/>
          <a:ln w="38100">
            <a:solidFill>
              <a:srgbClr val="FFFFFF"/>
            </a:solidFill>
            <a:round/>
          </a:ln>
          <a:effectLst/>
        </p:spPr>
        <p:txBody>
          <a:bodyPr/>
          <a:lstStyle/>
          <a:p>
            <a:pPr>
              <a:defRPr/>
            </a:pPr>
            <a:endParaRPr lang="zh-CN" altLang="en-US" sz="1800" b="0">
              <a:latin typeface="Arial" panose="020B0604020202020204" pitchFamily="34" charset="0"/>
              <a:ea typeface="宋体" panose="02010600030101010101" pitchFamily="2" charset="-122"/>
            </a:endParaRPr>
          </a:p>
        </p:txBody>
      </p:sp>
      <p:sp>
        <p:nvSpPr>
          <p:cNvPr id="39" name="Rectangle 4"/>
          <p:cNvSpPr>
            <a:spLocks noGrp="1" noChangeArrowheads="1"/>
          </p:cNvSpPr>
          <p:nvPr>
            <p:ph type="dt" sz="half" idx="2"/>
          </p:nvPr>
        </p:nvSpPr>
        <p:spPr>
          <a:xfrm>
            <a:off x="609600" y="6245225"/>
            <a:ext cx="2844800" cy="476250"/>
          </a:xfrm>
          <a:noFill/>
          <a:ln>
            <a:miter lim="800000"/>
          </a:ln>
        </p:spPr>
        <p:txBody>
          <a:bodyPr/>
          <a:lstStyle>
            <a:lvl1pPr>
              <a:defRPr/>
            </a:lvl1pPr>
          </a:lstStyle>
          <a:p>
            <a:fld id="{A824FA6D-2D6D-4047-9193-6333380C8E92}" type="datetime1">
              <a:rPr lang="en-US" altLang="zh-CN" smtClean="0"/>
              <a:t>2/11/2025</a:t>
            </a:fld>
            <a:endParaRPr lang="en-US" altLang="zh-CN"/>
          </a:p>
        </p:txBody>
      </p:sp>
      <p:sp>
        <p:nvSpPr>
          <p:cNvPr id="40" name="Rectangle 5"/>
          <p:cNvSpPr>
            <a:spLocks noGrp="1" noChangeArrowheads="1"/>
          </p:cNvSpPr>
          <p:nvPr>
            <p:ph type="ftr" sz="quarter" idx="3"/>
          </p:nvPr>
        </p:nvSpPr>
        <p:spPr bwMode="auto">
          <a:xfrm>
            <a:off x="4165600" y="6245225"/>
            <a:ext cx="3860800" cy="476250"/>
          </a:xfrm>
          <a:prstGeom prst="rect">
            <a:avLst/>
          </a:prstGeom>
          <a:ln>
            <a:miter lim="800000"/>
          </a:ln>
        </p:spPr>
        <p:txBody>
          <a:bodyPr vert="horz" wrap="square" lIns="91440" tIns="45720" rIns="91440" bIns="45720" numCol="1" anchor="t" anchorCtr="0" compatLnSpc="1"/>
          <a:lstStyle>
            <a:lvl1pPr algn="ctr">
              <a:defRPr sz="1400" b="0">
                <a:ea typeface="宋体" panose="02010600030101010101" pitchFamily="2" charset="-122"/>
              </a:defRPr>
            </a:lvl1pPr>
          </a:lstStyle>
          <a:p>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dgm">
  <p:cSld name="标题和图示或组织结构图">
    <p:spTree>
      <p:nvGrpSpPr>
        <p:cNvPr id="1" name=""/>
        <p:cNvGrpSpPr/>
        <p:nvPr/>
      </p:nvGrpSpPr>
      <p:grpSpPr>
        <a:xfrm>
          <a:off x="0" y="0"/>
          <a:ext cx="0" cy="0"/>
          <a:chOff x="0" y="0"/>
          <a:chExt cx="0" cy="0"/>
        </a:xfrm>
      </p:grpSpPr>
      <p:sp>
        <p:nvSpPr>
          <p:cNvPr id="2" name="标题 1"/>
          <p:cNvSpPr>
            <a:spLocks noGrp="1"/>
          </p:cNvSpPr>
          <p:nvPr>
            <p:ph type="title"/>
          </p:nvPr>
        </p:nvSpPr>
        <p:spPr>
          <a:xfrm>
            <a:off x="1219200" y="381001"/>
            <a:ext cx="8940800" cy="563563"/>
          </a:xfrm>
        </p:spPr>
        <p:txBody>
          <a:bodyPr/>
          <a:lstStyle/>
          <a:p>
            <a:r>
              <a:rPr lang="zh-CN" altLang="en-US"/>
              <a:t>单击此处编辑母版标题样式</a:t>
            </a:r>
          </a:p>
        </p:txBody>
      </p:sp>
      <p:sp>
        <p:nvSpPr>
          <p:cNvPr id="3" name="SmartArt 占位符 2"/>
          <p:cNvSpPr>
            <a:spLocks noGrp="1"/>
          </p:cNvSpPr>
          <p:nvPr>
            <p:ph type="pic" idx="1"/>
          </p:nvPr>
        </p:nvSpPr>
        <p:spPr>
          <a:xfrm>
            <a:off x="508000" y="1066801"/>
            <a:ext cx="10972800" cy="5400675"/>
          </a:xfrm>
        </p:spPr>
        <p:txBody>
          <a:bodyPr/>
          <a:lstStyle/>
          <a:p>
            <a:endParaRPr lang="zh-CN" altLang="en-US"/>
          </a:p>
        </p:txBody>
      </p:sp>
      <p:sp>
        <p:nvSpPr>
          <p:cNvPr id="5" name="灯片编号占位符 4"/>
          <p:cNvSpPr>
            <a:spLocks noGrp="1"/>
          </p:cNvSpPr>
          <p:nvPr>
            <p:ph type="sldNum" sz="quarter" idx="11"/>
          </p:nvPr>
        </p:nvSpPr>
        <p:spPr>
          <a:xfrm>
            <a:off x="11480800" y="6553200"/>
            <a:ext cx="609600" cy="228600"/>
          </a:xfrm>
        </p:spPr>
        <p:txBody>
          <a:bodyPr/>
          <a:lstStyle>
            <a:lvl1pPr>
              <a:defRPr/>
            </a:lvl1pPr>
          </a:lstStyle>
          <a:p>
            <a:fld id="{B3C7F7FE-F591-4024-B354-EAC5CFD677D1}" type="slidenum">
              <a:rPr lang="zh-CN" altLang="en-US"/>
              <a:t>‹#›</a:t>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1219200" y="381001"/>
            <a:ext cx="8940800" cy="563563"/>
          </a:xfrm>
        </p:spPr>
        <p:txBody>
          <a:bodyPr/>
          <a:lstStyle/>
          <a:p>
            <a:r>
              <a:rPr lang="zh-CN" altLang="en-US" dirty="0"/>
              <a:t>单击此处编辑母版标题样式</a:t>
            </a:r>
          </a:p>
        </p:txBody>
      </p:sp>
      <p:sp>
        <p:nvSpPr>
          <p:cNvPr id="3" name="表格占位符 2"/>
          <p:cNvSpPr>
            <a:spLocks noGrp="1"/>
          </p:cNvSpPr>
          <p:nvPr>
            <p:ph type="tbl" idx="1"/>
          </p:nvPr>
        </p:nvSpPr>
        <p:spPr>
          <a:xfrm>
            <a:off x="508000" y="1066801"/>
            <a:ext cx="10972800" cy="5400675"/>
          </a:xfrm>
        </p:spPr>
        <p:txBody>
          <a:bodyPr/>
          <a:lstStyle/>
          <a:p>
            <a:endParaRPr lang="zh-CN" altLang="en-US"/>
          </a:p>
        </p:txBody>
      </p:sp>
      <p:sp>
        <p:nvSpPr>
          <p:cNvPr id="4" name="日期占位符 3"/>
          <p:cNvSpPr>
            <a:spLocks noGrp="1"/>
          </p:cNvSpPr>
          <p:nvPr>
            <p:ph type="dt" sz="half" idx="10"/>
          </p:nvPr>
        </p:nvSpPr>
        <p:spPr>
          <a:xfrm>
            <a:off x="101600" y="6553201"/>
            <a:ext cx="2844800" cy="244475"/>
          </a:xfrm>
        </p:spPr>
        <p:txBody>
          <a:bodyPr/>
          <a:lstStyle>
            <a:lvl1pPr>
              <a:defRPr/>
            </a:lvl1pPr>
          </a:lstStyle>
          <a:p>
            <a:fld id="{2332288E-54C1-4959-8B17-BE5786665258}" type="datetime1">
              <a:rPr lang="en-US" altLang="zh-CN" smtClean="0"/>
              <a:t>2/11/2025</a:t>
            </a:fld>
            <a:endParaRPr lang="en-US" altLang="zh-CN"/>
          </a:p>
        </p:txBody>
      </p:sp>
      <p:sp>
        <p:nvSpPr>
          <p:cNvPr id="5" name="灯片编号占位符 4"/>
          <p:cNvSpPr>
            <a:spLocks noGrp="1"/>
          </p:cNvSpPr>
          <p:nvPr>
            <p:ph type="sldNum" sz="quarter" idx="11"/>
          </p:nvPr>
        </p:nvSpPr>
        <p:spPr>
          <a:xfrm>
            <a:off x="11480800" y="6553200"/>
            <a:ext cx="609600" cy="228600"/>
          </a:xfrm>
        </p:spPr>
        <p:txBody>
          <a:bodyPr/>
          <a:lstStyle>
            <a:lvl1pPr>
              <a:defRPr/>
            </a:lvl1pPr>
          </a:lstStyle>
          <a:p>
            <a:fld id="{D19B6394-FEB0-405D-BB54-3675ABA41618}" type="slidenum">
              <a:rPr lang="zh-CN" altLang="en-US"/>
              <a:t>‹#›</a:t>
            </a:fld>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en-US" dirty="0"/>
          </a:p>
        </p:txBody>
      </p:sp>
      <p:sp>
        <p:nvSpPr>
          <p:cNvPr id="4" name="Date Placeholder 3"/>
          <p:cNvSpPr>
            <a:spLocks noGrp="1"/>
          </p:cNvSpPr>
          <p:nvPr>
            <p:ph type="dt" sz="half" idx="10"/>
          </p:nvPr>
        </p:nvSpPr>
        <p:spPr/>
        <p:txBody>
          <a:bodyPr/>
          <a:lstStyle/>
          <a:p>
            <a:pPr>
              <a:defRPr/>
            </a:pPr>
            <a:fld id="{9297E5A3-57E4-43F7-946A-5C66CF70BF06}" type="datetime1">
              <a:rPr lang="en-US" altLang="zh-CN" smtClean="0"/>
              <a:t>2/11/2025</a:t>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fld id="{F5C97F9A-45AD-4498-B856-5AF780781397}" type="slidenum">
              <a:rPr lang="zh-CN" altLang="en-US" smtClean="0"/>
              <a:t>‹#›</a:t>
            </a:fld>
            <a:endParaRPr lang="en-US" altLang="zh-CN"/>
          </a:p>
        </p:txBody>
      </p:sp>
    </p:spTree>
    <p:extLst>
      <p:ext uri="{BB962C8B-B14F-4D97-AF65-F5344CB8AC3E}">
        <p14:creationId xmlns:p14="http://schemas.microsoft.com/office/powerpoint/2010/main" val="2406290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pPr>
              <a:defRPr/>
            </a:pPr>
            <a:fld id="{331B025C-90F1-4033-8D58-9A7D30B87B80}" type="datetime1">
              <a:rPr lang="en-US" altLang="zh-CN" smtClean="0"/>
              <a:t>2/11/2025</a:t>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fld id="{EB7C6F6D-FFA8-468C-AF6A-CB4C27E2EEF8}" type="slidenum">
              <a:rPr lang="zh-CN" altLang="en-US" smtClean="0"/>
              <a:t>‹#›</a:t>
            </a:fld>
            <a:endParaRPr lang="en-US" altLang="zh-CN"/>
          </a:p>
        </p:txBody>
      </p:sp>
    </p:spTree>
    <p:extLst>
      <p:ext uri="{BB962C8B-B14F-4D97-AF65-F5344CB8AC3E}">
        <p14:creationId xmlns:p14="http://schemas.microsoft.com/office/powerpoint/2010/main" val="33302113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pPr>
              <a:defRPr/>
            </a:pPr>
            <a:fld id="{B1CFEE73-20F7-474A-B173-6307B936A446}" type="datetime1">
              <a:rPr lang="en-US" altLang="zh-CN" smtClean="0"/>
              <a:t>2/11/2025</a:t>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fld id="{EC9360B5-64CB-46AB-9803-AA3C34914FFA}" type="slidenum">
              <a:rPr lang="zh-CN" altLang="en-US" smtClean="0"/>
              <a:t>‹#›</a:t>
            </a:fld>
            <a:endParaRPr lang="en-US" altLang="zh-CN"/>
          </a:p>
        </p:txBody>
      </p:sp>
    </p:spTree>
    <p:extLst>
      <p:ext uri="{BB962C8B-B14F-4D97-AF65-F5344CB8AC3E}">
        <p14:creationId xmlns:p14="http://schemas.microsoft.com/office/powerpoint/2010/main" val="308789279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pPr>
              <a:defRPr/>
            </a:pPr>
            <a:fld id="{1E44B93E-9018-43F3-8F45-02E6CCE6BD59}" type="datetime1">
              <a:rPr lang="en-US" altLang="zh-CN" smtClean="0"/>
              <a:t>2/11/2025</a:t>
            </a:fld>
            <a:endParaRPr lang="zh-CN" altLang="en-US"/>
          </a:p>
        </p:txBody>
      </p:sp>
      <p:sp>
        <p:nvSpPr>
          <p:cNvPr id="6" name="Footer Placeholder 5"/>
          <p:cNvSpPr>
            <a:spLocks noGrp="1"/>
          </p:cNvSpPr>
          <p:nvPr>
            <p:ph type="ftr" sz="quarter" idx="11"/>
          </p:nvPr>
        </p:nvSpPr>
        <p:spPr/>
        <p:txBody>
          <a:bodyPr/>
          <a:lstStyle/>
          <a:p>
            <a:pPr>
              <a:defRPr/>
            </a:pPr>
            <a:endParaRPr lang="zh-CN" altLang="en-US"/>
          </a:p>
        </p:txBody>
      </p:sp>
      <p:sp>
        <p:nvSpPr>
          <p:cNvPr id="7" name="Slide Number Placeholder 6"/>
          <p:cNvSpPr>
            <a:spLocks noGrp="1"/>
          </p:cNvSpPr>
          <p:nvPr>
            <p:ph type="sldNum" sz="quarter" idx="12"/>
          </p:nvPr>
        </p:nvSpPr>
        <p:spPr/>
        <p:txBody>
          <a:bodyPr/>
          <a:lstStyle/>
          <a:p>
            <a:fld id="{DD472664-DEE8-44BA-AEBC-3D1BBFC236F8}" type="slidenum">
              <a:rPr lang="zh-CN" altLang="en-US" smtClean="0"/>
              <a:t>‹#›</a:t>
            </a:fld>
            <a:endParaRPr lang="en-US" altLang="zh-CN"/>
          </a:p>
        </p:txBody>
      </p:sp>
    </p:spTree>
    <p:extLst>
      <p:ext uri="{BB962C8B-B14F-4D97-AF65-F5344CB8AC3E}">
        <p14:creationId xmlns:p14="http://schemas.microsoft.com/office/powerpoint/2010/main" val="246220405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pPr>
              <a:defRPr/>
            </a:pPr>
            <a:fld id="{F8030875-4EDC-49FE-8485-0A8E7292A3BE}" type="datetime1">
              <a:rPr lang="en-US" altLang="zh-CN" smtClean="0"/>
              <a:t>2/11/2025</a:t>
            </a:fld>
            <a:endParaRPr lang="zh-CN" altLang="en-US"/>
          </a:p>
        </p:txBody>
      </p:sp>
      <p:sp>
        <p:nvSpPr>
          <p:cNvPr id="8" name="Footer Placeholder 7"/>
          <p:cNvSpPr>
            <a:spLocks noGrp="1"/>
          </p:cNvSpPr>
          <p:nvPr>
            <p:ph type="ftr" sz="quarter" idx="11"/>
          </p:nvPr>
        </p:nvSpPr>
        <p:spPr/>
        <p:txBody>
          <a:bodyPr/>
          <a:lstStyle/>
          <a:p>
            <a:pPr>
              <a:defRPr/>
            </a:pPr>
            <a:endParaRPr lang="zh-CN" altLang="en-US"/>
          </a:p>
        </p:txBody>
      </p:sp>
      <p:sp>
        <p:nvSpPr>
          <p:cNvPr id="9" name="Slide Number Placeholder 8"/>
          <p:cNvSpPr>
            <a:spLocks noGrp="1"/>
          </p:cNvSpPr>
          <p:nvPr>
            <p:ph type="sldNum" sz="quarter" idx="12"/>
          </p:nvPr>
        </p:nvSpPr>
        <p:spPr/>
        <p:txBody>
          <a:bodyPr/>
          <a:lstStyle/>
          <a:p>
            <a:fld id="{AF32095A-B3D4-4519-AA8C-1D2FCF3507E2}" type="slidenum">
              <a:rPr lang="zh-CN" altLang="en-US" smtClean="0"/>
              <a:t>‹#›</a:t>
            </a:fld>
            <a:endParaRPr lang="en-US" altLang="zh-CN"/>
          </a:p>
        </p:txBody>
      </p:sp>
    </p:spTree>
    <p:extLst>
      <p:ext uri="{BB962C8B-B14F-4D97-AF65-F5344CB8AC3E}">
        <p14:creationId xmlns:p14="http://schemas.microsoft.com/office/powerpoint/2010/main" val="94820894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24F7ECC3-19A3-4181-A332-9AEEBE1C7265}" type="datetime1">
              <a:rPr lang="en-US" altLang="zh-CN" smtClean="0"/>
              <a:t>2/11/2025</a:t>
            </a:fld>
            <a:endParaRPr lang="en-US" dirty="0"/>
          </a:p>
        </p:txBody>
      </p:sp>
      <p:sp>
        <p:nvSpPr>
          <p:cNvPr id="4" name="Footer Placeholder 3"/>
          <p:cNvSpPr>
            <a:spLocks noGrp="1"/>
          </p:cNvSpPr>
          <p:nvPr>
            <p:ph type="ftr" sz="quarter" idx="11"/>
          </p:nvPr>
        </p:nvSpPr>
        <p:spPr/>
        <p:txBody>
          <a:bodyPr/>
          <a:lstStyle/>
          <a:p>
            <a:pPr>
              <a:defRPr/>
            </a:pPr>
            <a:endParaRPr lang="zh-CN" altLang="en-US"/>
          </a:p>
        </p:txBody>
      </p:sp>
      <p:sp>
        <p:nvSpPr>
          <p:cNvPr id="5" name="Slide Number Placeholder 4"/>
          <p:cNvSpPr>
            <a:spLocks noGrp="1"/>
          </p:cNvSpPr>
          <p:nvPr>
            <p:ph type="sldNum" sz="quarter" idx="12"/>
          </p:nvPr>
        </p:nvSpPr>
        <p:spPr/>
        <p:txBody>
          <a:bodyPr/>
          <a:lstStyle/>
          <a:p>
            <a:fld id="{64CB864B-4EF4-4434-BB60-762C23849B52}" type="slidenum">
              <a:rPr lang="zh-CN" altLang="en-US" smtClean="0"/>
              <a:t>‹#›</a:t>
            </a:fld>
            <a:endParaRPr lang="en-US" altLang="zh-CN"/>
          </a:p>
        </p:txBody>
      </p:sp>
    </p:spTree>
    <p:extLst>
      <p:ext uri="{BB962C8B-B14F-4D97-AF65-F5344CB8AC3E}">
        <p14:creationId xmlns:p14="http://schemas.microsoft.com/office/powerpoint/2010/main" val="285026592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C55073A-8F40-4D0C-A35F-C94788AEE746}" type="datetime1">
              <a:rPr lang="en-US" altLang="zh-CN" smtClean="0"/>
              <a:t>2/11/2025</a:t>
            </a:fld>
            <a:endParaRPr lang="en-US" dirty="0"/>
          </a:p>
        </p:txBody>
      </p:sp>
      <p:sp>
        <p:nvSpPr>
          <p:cNvPr id="3" name="Footer Placeholder 2"/>
          <p:cNvSpPr>
            <a:spLocks noGrp="1"/>
          </p:cNvSpPr>
          <p:nvPr>
            <p:ph type="ftr" sz="quarter" idx="11"/>
          </p:nvPr>
        </p:nvSpPr>
        <p:spPr/>
        <p:txBody>
          <a:bodyPr/>
          <a:lstStyle/>
          <a:p>
            <a:pPr>
              <a:defRPr/>
            </a:pPr>
            <a:endParaRPr lang="zh-CN" altLang="en-US"/>
          </a:p>
        </p:txBody>
      </p:sp>
      <p:sp>
        <p:nvSpPr>
          <p:cNvPr id="4" name="Slide Number Placeholder 3"/>
          <p:cNvSpPr>
            <a:spLocks noGrp="1"/>
          </p:cNvSpPr>
          <p:nvPr>
            <p:ph type="sldNum" sz="quarter" idx="12"/>
          </p:nvPr>
        </p:nvSpPr>
        <p:spPr>
          <a:xfrm>
            <a:off x="8997395" y="6331565"/>
            <a:ext cx="2743200" cy="365125"/>
          </a:xfrm>
        </p:spPr>
        <p:txBody>
          <a:bodyPr/>
          <a:lstStyle>
            <a:lvl1pPr>
              <a:defRPr sz="2000">
                <a:latin typeface="Times New Roman" panose="02020603050405020304" pitchFamily="18" charset="0"/>
                <a:cs typeface="Times New Roman" panose="02020603050405020304" pitchFamily="18" charset="0"/>
              </a:defRPr>
            </a:lvl1pPr>
          </a:lstStyle>
          <a:p>
            <a:fld id="{217794D7-36C4-4E93-AE7A-0CAF6AF174FC}" type="slidenum">
              <a:rPr lang="zh-CN" altLang="en-US" smtClean="0"/>
              <a:pPr/>
              <a:t>‹#›</a:t>
            </a:fld>
            <a:endParaRPr lang="en-US" altLang="zh-CN"/>
          </a:p>
        </p:txBody>
      </p:sp>
    </p:spTree>
    <p:extLst>
      <p:ext uri="{BB962C8B-B14F-4D97-AF65-F5344CB8AC3E}">
        <p14:creationId xmlns:p14="http://schemas.microsoft.com/office/powerpoint/2010/main" val="374363598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pPr>
              <a:defRPr/>
            </a:pPr>
            <a:fld id="{952A4D5A-E928-4439-A3EE-2D2F07FF6B2B}" type="datetime1">
              <a:rPr lang="en-US" altLang="zh-CN" smtClean="0"/>
              <a:t>2/11/2025</a:t>
            </a:fld>
            <a:endParaRPr lang="zh-CN" altLang="en-US"/>
          </a:p>
        </p:txBody>
      </p:sp>
      <p:sp>
        <p:nvSpPr>
          <p:cNvPr id="6" name="Footer Placeholder 5"/>
          <p:cNvSpPr>
            <a:spLocks noGrp="1"/>
          </p:cNvSpPr>
          <p:nvPr>
            <p:ph type="ftr" sz="quarter" idx="11"/>
          </p:nvPr>
        </p:nvSpPr>
        <p:spPr/>
        <p:txBody>
          <a:bodyPr/>
          <a:lstStyle/>
          <a:p>
            <a:pPr>
              <a:defRPr/>
            </a:pPr>
            <a:endParaRPr lang="zh-CN" altLang="en-US"/>
          </a:p>
        </p:txBody>
      </p:sp>
      <p:sp>
        <p:nvSpPr>
          <p:cNvPr id="7" name="Slide Number Placeholder 6"/>
          <p:cNvSpPr>
            <a:spLocks noGrp="1"/>
          </p:cNvSpPr>
          <p:nvPr>
            <p:ph type="sldNum" sz="quarter" idx="12"/>
          </p:nvPr>
        </p:nvSpPr>
        <p:spPr/>
        <p:txBody>
          <a:bodyPr/>
          <a:lstStyle/>
          <a:p>
            <a:fld id="{58BF02F4-5381-4EAA-94F3-16972E022FEE}" type="slidenum">
              <a:rPr lang="zh-CN" altLang="en-US" smtClean="0"/>
              <a:t>‹#›</a:t>
            </a:fld>
            <a:endParaRPr lang="en-US" altLang="zh-CN"/>
          </a:p>
        </p:txBody>
      </p:sp>
    </p:spTree>
    <p:extLst>
      <p:ext uri="{BB962C8B-B14F-4D97-AF65-F5344CB8AC3E}">
        <p14:creationId xmlns:p14="http://schemas.microsoft.com/office/powerpoint/2010/main" val="216415489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pPr>
              <a:defRPr/>
            </a:pPr>
            <a:fld id="{D6C22A9A-31D9-4B6A-AF9C-57334A67958E}" type="datetime1">
              <a:rPr lang="en-US" altLang="zh-CN" smtClean="0"/>
              <a:t>2/11/2025</a:t>
            </a:fld>
            <a:endParaRPr lang="zh-CN" altLang="en-US"/>
          </a:p>
        </p:txBody>
      </p:sp>
      <p:sp>
        <p:nvSpPr>
          <p:cNvPr id="6" name="Footer Placeholder 5"/>
          <p:cNvSpPr>
            <a:spLocks noGrp="1"/>
          </p:cNvSpPr>
          <p:nvPr>
            <p:ph type="ftr" sz="quarter" idx="11"/>
          </p:nvPr>
        </p:nvSpPr>
        <p:spPr/>
        <p:txBody>
          <a:bodyPr/>
          <a:lstStyle/>
          <a:p>
            <a:pPr>
              <a:defRPr/>
            </a:pPr>
            <a:endParaRPr lang="zh-CN" altLang="en-US"/>
          </a:p>
        </p:txBody>
      </p:sp>
      <p:sp>
        <p:nvSpPr>
          <p:cNvPr id="7" name="Slide Number Placeholder 6"/>
          <p:cNvSpPr>
            <a:spLocks noGrp="1"/>
          </p:cNvSpPr>
          <p:nvPr>
            <p:ph type="sldNum" sz="quarter" idx="12"/>
          </p:nvPr>
        </p:nvSpPr>
        <p:spPr/>
        <p:txBody>
          <a:bodyPr/>
          <a:lstStyle/>
          <a:p>
            <a:fld id="{FC47EF18-B5BF-468C-8E72-DE6319A52F22}" type="slidenum">
              <a:rPr lang="zh-CN" altLang="en-US" smtClean="0"/>
              <a:t>‹#›</a:t>
            </a:fld>
            <a:endParaRPr lang="en-US" altLang="zh-CN"/>
          </a:p>
        </p:txBody>
      </p:sp>
    </p:spTree>
    <p:extLst>
      <p:ext uri="{BB962C8B-B14F-4D97-AF65-F5344CB8AC3E}">
        <p14:creationId xmlns:p14="http://schemas.microsoft.com/office/powerpoint/2010/main" val="162639424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pPr>
              <a:defRPr/>
            </a:pPr>
            <a:fld id="{89B1ED25-F041-4272-ACD5-16F44E2DA613}" type="datetime1">
              <a:rPr lang="en-US" altLang="zh-CN" smtClean="0"/>
              <a:t>2/11/2025</a:t>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fld id="{8AF99495-4C70-4DA1-B4FD-AE3C2F6741A9}" type="slidenum">
              <a:rPr lang="zh-CN" altLang="en-US" smtClean="0"/>
              <a:t>‹#›</a:t>
            </a:fld>
            <a:endParaRPr lang="en-US" altLang="zh-CN"/>
          </a:p>
        </p:txBody>
      </p:sp>
    </p:spTree>
    <p:extLst>
      <p:ext uri="{BB962C8B-B14F-4D97-AF65-F5344CB8AC3E}">
        <p14:creationId xmlns:p14="http://schemas.microsoft.com/office/powerpoint/2010/main" val="234198758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pPr>
              <a:defRPr/>
            </a:pPr>
            <a:fld id="{DB3FB983-6C20-4E69-A150-2562B2F4CD5F}" type="datetime1">
              <a:rPr lang="en-US" altLang="zh-CN" smtClean="0"/>
              <a:t>2/11/2025</a:t>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fld id="{8AF99495-4C70-4DA1-B4FD-AE3C2F6741A9}" type="slidenum">
              <a:rPr lang="zh-CN" altLang="en-US" smtClean="0"/>
              <a:t>‹#›</a:t>
            </a:fld>
            <a:endParaRPr lang="en-US" altLang="zh-CN"/>
          </a:p>
        </p:txBody>
      </p:sp>
    </p:spTree>
    <p:extLst>
      <p:ext uri="{BB962C8B-B14F-4D97-AF65-F5344CB8AC3E}">
        <p14:creationId xmlns:p14="http://schemas.microsoft.com/office/powerpoint/2010/main" val="239230513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pic>
        <p:nvPicPr>
          <p:cNvPr id="3196" name="Picture 10"/>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 name="Picture 12" descr="a_1"/>
          <p:cNvPicPr>
            <a:picLocks noChangeAspect="1" noChangeArrowheads="1"/>
          </p:cNvPicPr>
          <p:nvPr userDrawn="1"/>
        </p:nvPicPr>
        <p:blipFill>
          <a:blip r:embed="rId3">
            <a:extLst>
              <a:ext uri="{28A0092B-C50C-407E-A947-70E740481C1C}">
                <a14:useLocalDpi xmlns:a14="http://schemas.microsoft.com/office/drawing/2010/main" val="0"/>
              </a:ext>
            </a:extLst>
          </a:blip>
          <a:srcRect l="2174"/>
          <a:stretch>
            <a:fillRect/>
          </a:stretch>
        </p:blipFill>
        <p:spPr bwMode="auto">
          <a:xfrm>
            <a:off x="0" y="0"/>
            <a:ext cx="12192000" cy="530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Rectangle 22"/>
          <p:cNvSpPr>
            <a:spLocks noChangeArrowheads="1"/>
          </p:cNvSpPr>
          <p:nvPr userDrawn="1"/>
        </p:nvSpPr>
        <p:spPr bwMode="gray">
          <a:xfrm>
            <a:off x="0" y="2590800"/>
            <a:ext cx="12192000" cy="1066800"/>
          </a:xfrm>
          <a:prstGeom prst="rect">
            <a:avLst/>
          </a:prstGeom>
          <a:gradFill rotWithShape="1">
            <a:gsLst>
              <a:gs pos="14000">
                <a:srgbClr val="3191D3"/>
              </a:gs>
              <a:gs pos="94000">
                <a:srgbClr val="0099CC"/>
              </a:gs>
            </a:gsLst>
            <a:lin ang="5400000" scaled="1"/>
          </a:gradFill>
          <a:ln w="9525">
            <a:noFill/>
            <a:miter lim="800000"/>
          </a:ln>
          <a:effectLst/>
        </p:spPr>
        <p:txBody>
          <a:bodyPr wrap="none" anchor="ctr"/>
          <a:lstStyle/>
          <a:p>
            <a:pPr>
              <a:defRPr/>
            </a:pPr>
            <a:endParaRPr lang="zh-CN" altLang="en-US" sz="1800" b="0">
              <a:latin typeface="Arial" panose="020B0604020202020204" pitchFamily="34" charset="0"/>
              <a:ea typeface="宋体" panose="02010600030101010101" pitchFamily="2" charset="-122"/>
            </a:endParaRPr>
          </a:p>
        </p:txBody>
      </p:sp>
      <p:sp>
        <p:nvSpPr>
          <p:cNvPr id="33" name="Line 26"/>
          <p:cNvSpPr>
            <a:spLocks noChangeShapeType="1"/>
          </p:cNvSpPr>
          <p:nvPr userDrawn="1"/>
        </p:nvSpPr>
        <p:spPr bwMode="auto">
          <a:xfrm>
            <a:off x="0" y="3657600"/>
            <a:ext cx="12192000" cy="0"/>
          </a:xfrm>
          <a:prstGeom prst="line">
            <a:avLst/>
          </a:prstGeom>
          <a:noFill/>
          <a:ln w="38100">
            <a:solidFill>
              <a:srgbClr val="FFFFFF"/>
            </a:solidFill>
            <a:round/>
          </a:ln>
          <a:effectLst/>
        </p:spPr>
        <p:txBody>
          <a:bodyPr/>
          <a:lstStyle/>
          <a:p>
            <a:pPr>
              <a:defRPr/>
            </a:pPr>
            <a:endParaRPr lang="zh-CN" altLang="en-US" sz="1800" b="0">
              <a:latin typeface="Arial" panose="020B0604020202020204" pitchFamily="34" charset="0"/>
              <a:ea typeface="宋体" panose="02010600030101010101" pitchFamily="2" charset="-122"/>
            </a:endParaRPr>
          </a:p>
        </p:txBody>
      </p:sp>
      <p:sp>
        <p:nvSpPr>
          <p:cNvPr id="34" name="Line 27"/>
          <p:cNvSpPr>
            <a:spLocks noChangeShapeType="1"/>
          </p:cNvSpPr>
          <p:nvPr userDrawn="1"/>
        </p:nvSpPr>
        <p:spPr bwMode="auto">
          <a:xfrm>
            <a:off x="0" y="2590800"/>
            <a:ext cx="12192000" cy="0"/>
          </a:xfrm>
          <a:prstGeom prst="line">
            <a:avLst/>
          </a:prstGeom>
          <a:noFill/>
          <a:ln w="38100">
            <a:solidFill>
              <a:srgbClr val="FFFFFF"/>
            </a:solidFill>
            <a:round/>
          </a:ln>
          <a:effectLst/>
        </p:spPr>
        <p:txBody>
          <a:bodyPr/>
          <a:lstStyle/>
          <a:p>
            <a:pPr>
              <a:defRPr/>
            </a:pPr>
            <a:endParaRPr lang="zh-CN" altLang="en-US" sz="1800" b="0">
              <a:latin typeface="Arial" panose="020B0604020202020204" pitchFamily="34" charset="0"/>
              <a:ea typeface="宋体" panose="02010600030101010101" pitchFamily="2" charset="-122"/>
            </a:endParaRPr>
          </a:p>
        </p:txBody>
      </p:sp>
      <p:sp>
        <p:nvSpPr>
          <p:cNvPr id="35" name="Rectangle 29"/>
          <p:cNvSpPr>
            <a:spLocks noChangeArrowheads="1"/>
          </p:cNvSpPr>
          <p:nvPr userDrawn="1"/>
        </p:nvSpPr>
        <p:spPr bwMode="gray">
          <a:xfrm>
            <a:off x="1" y="0"/>
            <a:ext cx="12189884" cy="1447800"/>
          </a:xfrm>
          <a:prstGeom prst="rect">
            <a:avLst/>
          </a:prstGeom>
          <a:gradFill rotWithShape="1">
            <a:gsLst>
              <a:gs pos="0">
                <a:srgbClr val="81CFEB">
                  <a:alpha val="19000"/>
                </a:srgbClr>
              </a:gs>
              <a:gs pos="100000">
                <a:srgbClr val="81CFEB">
                  <a:gamma/>
                  <a:tint val="0"/>
                  <a:invGamma/>
                </a:srgbClr>
              </a:gs>
            </a:gsLst>
            <a:lin ang="5400000" scaled="1"/>
          </a:gradFill>
          <a:ln w="0" algn="ctr">
            <a:noFill/>
            <a:miter lim="800000"/>
          </a:ln>
          <a:effectLst/>
        </p:spPr>
        <p:txBody>
          <a:bodyPr wrap="none" anchor="ctr"/>
          <a:lstStyle/>
          <a:p>
            <a:pPr>
              <a:defRPr/>
            </a:pPr>
            <a:endParaRPr lang="zh-CN" altLang="en-US" sz="1800" b="0">
              <a:latin typeface="Arial" panose="020B0604020202020204" pitchFamily="34" charset="0"/>
              <a:ea typeface="宋体" panose="02010600030101010101" pitchFamily="2" charset="-122"/>
            </a:endParaRPr>
          </a:p>
        </p:txBody>
      </p:sp>
      <p:sp>
        <p:nvSpPr>
          <p:cNvPr id="36" name="Rectangle 33"/>
          <p:cNvSpPr>
            <a:spLocks noChangeArrowheads="1"/>
          </p:cNvSpPr>
          <p:nvPr userDrawn="1"/>
        </p:nvSpPr>
        <p:spPr bwMode="auto">
          <a:xfrm>
            <a:off x="0" y="1447800"/>
            <a:ext cx="12192000" cy="1143000"/>
          </a:xfrm>
          <a:prstGeom prst="rect">
            <a:avLst/>
          </a:prstGeom>
          <a:solidFill>
            <a:srgbClr val="FFFFFF"/>
          </a:solidFill>
          <a:ln w="9525">
            <a:noFill/>
            <a:miter lim="800000"/>
          </a:ln>
          <a:effectLst/>
        </p:spPr>
        <p:txBody>
          <a:bodyPr wrap="none" anchor="ctr"/>
          <a:lstStyle/>
          <a:p>
            <a:pPr>
              <a:defRPr/>
            </a:pPr>
            <a:endParaRPr lang="zh-CN" altLang="en-US" sz="1800" b="0">
              <a:latin typeface="Arial" panose="020B0604020202020204" pitchFamily="34" charset="0"/>
              <a:ea typeface="宋体" panose="02010600030101010101" pitchFamily="2" charset="-122"/>
            </a:endParaRPr>
          </a:p>
        </p:txBody>
      </p:sp>
      <p:sp>
        <p:nvSpPr>
          <p:cNvPr id="38" name="Line 34"/>
          <p:cNvSpPr>
            <a:spLocks noChangeShapeType="1"/>
          </p:cNvSpPr>
          <p:nvPr userDrawn="1"/>
        </p:nvSpPr>
        <p:spPr bwMode="auto">
          <a:xfrm>
            <a:off x="0" y="2590800"/>
            <a:ext cx="12192000" cy="0"/>
          </a:xfrm>
          <a:prstGeom prst="line">
            <a:avLst/>
          </a:prstGeom>
          <a:noFill/>
          <a:ln w="38100">
            <a:solidFill>
              <a:srgbClr val="FFFFFF"/>
            </a:solidFill>
            <a:round/>
          </a:ln>
          <a:effectLst/>
        </p:spPr>
        <p:txBody>
          <a:bodyPr/>
          <a:lstStyle/>
          <a:p>
            <a:pPr>
              <a:defRPr/>
            </a:pPr>
            <a:endParaRPr lang="zh-CN" altLang="en-US" sz="1800" b="0">
              <a:latin typeface="Arial" panose="020B0604020202020204" pitchFamily="34" charset="0"/>
              <a:ea typeface="宋体" panose="02010600030101010101" pitchFamily="2" charset="-122"/>
            </a:endParaRPr>
          </a:p>
        </p:txBody>
      </p:sp>
      <p:sp>
        <p:nvSpPr>
          <p:cNvPr id="39" name="Rectangle 4"/>
          <p:cNvSpPr>
            <a:spLocks noGrp="1" noChangeArrowheads="1"/>
          </p:cNvSpPr>
          <p:nvPr>
            <p:ph type="dt" sz="half" idx="2"/>
          </p:nvPr>
        </p:nvSpPr>
        <p:spPr>
          <a:xfrm>
            <a:off x="609600" y="6245225"/>
            <a:ext cx="2844800" cy="476250"/>
          </a:xfrm>
          <a:noFill/>
          <a:ln>
            <a:miter lim="800000"/>
          </a:ln>
        </p:spPr>
        <p:txBody>
          <a:bodyPr/>
          <a:lstStyle>
            <a:lvl1pPr>
              <a:defRPr/>
            </a:lvl1pPr>
          </a:lstStyle>
          <a:p>
            <a:fld id="{8F830E65-EA6A-4199-9A29-CF6CA8B1E26B}" type="datetime1">
              <a:rPr lang="en-US" altLang="zh-CN" smtClean="0"/>
              <a:t>2/11/2025</a:t>
            </a:fld>
            <a:endParaRPr lang="en-US" altLang="zh-CN"/>
          </a:p>
        </p:txBody>
      </p:sp>
      <p:sp>
        <p:nvSpPr>
          <p:cNvPr id="40" name="Rectangle 5"/>
          <p:cNvSpPr>
            <a:spLocks noGrp="1" noChangeArrowheads="1"/>
          </p:cNvSpPr>
          <p:nvPr>
            <p:ph type="ftr" sz="quarter" idx="3"/>
          </p:nvPr>
        </p:nvSpPr>
        <p:spPr bwMode="auto">
          <a:xfrm>
            <a:off x="4165600" y="6245225"/>
            <a:ext cx="3860800" cy="476250"/>
          </a:xfrm>
          <a:prstGeom prst="rect">
            <a:avLst/>
          </a:prstGeom>
          <a:ln>
            <a:miter lim="800000"/>
          </a:ln>
        </p:spPr>
        <p:txBody>
          <a:bodyPr vert="horz" wrap="square" lIns="91440" tIns="45720" rIns="91440" bIns="45720" numCol="1" anchor="t" anchorCtr="0" compatLnSpc="1"/>
          <a:lstStyle>
            <a:lvl1pPr algn="ctr">
              <a:defRPr sz="1400" b="0">
                <a:ea typeface="宋体" panose="02010600030101010101" pitchFamily="2" charset="-122"/>
              </a:defRPr>
            </a:lvl1pPr>
          </a:lstStyle>
          <a:p>
            <a:endParaRPr lang="en-US" altLang="zh-CN"/>
          </a:p>
        </p:txBody>
      </p:sp>
    </p:spTree>
    <p:extLst>
      <p:ext uri="{BB962C8B-B14F-4D97-AF65-F5344CB8AC3E}">
        <p14:creationId xmlns:p14="http://schemas.microsoft.com/office/powerpoint/2010/main" val="4102194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type="txAndObj">
  <p:cSld name="标题，文本与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文本占位符 2"/>
          <p:cNvSpPr>
            <a:spLocks noGrp="1"/>
          </p:cNvSpPr>
          <p:nvPr>
            <p:ph type="body" sz="half" idx="1"/>
          </p:nvPr>
        </p:nvSpPr>
        <p:spPr>
          <a:xfrm>
            <a:off x="838200" y="1825625"/>
            <a:ext cx="5181600" cy="4351338"/>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6172200" y="1825625"/>
            <a:ext cx="5181600" cy="4351338"/>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9" name="Rectangle 4"/>
          <p:cNvSpPr>
            <a:spLocks noGrp="1"/>
          </p:cNvSpPr>
          <p:nvPr>
            <p:ph type="dt" sz="half" idx="12"/>
          </p:nvPr>
        </p:nvSpPr>
        <p:spPr>
          <a:xfrm>
            <a:off x="914400" y="6248400"/>
            <a:ext cx="2540000" cy="457200"/>
          </a:xfrm>
          <a:prstGeom prst="rect">
            <a:avLst/>
          </a:prstGeom>
          <a:noFill/>
          <a:ln w="9525">
            <a:noFill/>
            <a:miter/>
          </a:ln>
        </p:spPr>
        <p:txBody>
          <a:bodyPr/>
          <a:lstStyle>
            <a:lvl1pPr>
              <a:defRPr/>
            </a:lvl1pPr>
          </a:lstStyle>
          <a:p>
            <a:pPr defTabSz="914400" fontAlgn="base">
              <a:spcBef>
                <a:spcPct val="0"/>
              </a:spcBef>
              <a:spcAft>
                <a:spcPct val="0"/>
              </a:spcAft>
              <a:defRPr/>
            </a:pPr>
            <a:endParaRPr lang="en-US" altLang="x-none" sz="1400" noProof="1">
              <a:solidFill>
                <a:schemeClr val="tx1"/>
              </a:solidFill>
              <a:latin typeface="Times New Roman" panose="02020603050405020304" pitchFamily="18" charset="0"/>
              <a:ea typeface="宋体" panose="02010600030101010101" pitchFamily="2" charset="-122"/>
            </a:endParaRPr>
          </a:p>
        </p:txBody>
      </p:sp>
      <p:sp>
        <p:nvSpPr>
          <p:cNvPr id="10" name="Rectangle 5"/>
          <p:cNvSpPr>
            <a:spLocks noGrp="1"/>
          </p:cNvSpPr>
          <p:nvPr>
            <p:ph type="ftr" sz="quarter" idx="3"/>
          </p:nvPr>
        </p:nvSpPr>
        <p:spPr>
          <a:xfrm>
            <a:off x="4165600" y="6248400"/>
            <a:ext cx="3860800" cy="457200"/>
          </a:xfrm>
          <a:prstGeom prst="rect">
            <a:avLst/>
          </a:prstGeom>
          <a:noFill/>
          <a:ln w="9525">
            <a:noFill/>
            <a:miter/>
          </a:ln>
        </p:spPr>
        <p:txBody>
          <a:bodyPr/>
          <a:lstStyle>
            <a:lvl1pPr>
              <a:defRPr/>
            </a:lvl1pPr>
          </a:lstStyle>
          <a:p>
            <a:pPr algn="l" defTabSz="914400" fontAlgn="base">
              <a:spcBef>
                <a:spcPct val="0"/>
              </a:spcBef>
              <a:spcAft>
                <a:spcPct val="0"/>
              </a:spcAft>
              <a:defRPr/>
            </a:pPr>
            <a:r>
              <a:rPr lang="zh-CN" altLang="en-US" sz="1400" noProof="1">
                <a:solidFill>
                  <a:schemeClr val="tx1"/>
                </a:solidFill>
                <a:latin typeface="Times New Roman" panose="02020603050405020304" pitchFamily="18" charset="0"/>
                <a:ea typeface="宋体" panose="02010600030101010101" pitchFamily="2" charset="-122"/>
              </a:rPr>
              <a:t>华东理工大学 罗勇军</a:t>
            </a:r>
            <a:endParaRPr lang="en-US" altLang="x-none" sz="1400" noProof="1">
              <a:solidFill>
                <a:schemeClr val="tx1"/>
              </a:solidFill>
              <a:latin typeface="Times New Roman" panose="02020603050405020304" pitchFamily="18" charset="0"/>
              <a:ea typeface="宋体" panose="02010600030101010101" pitchFamily="2" charset="-122"/>
            </a:endParaRPr>
          </a:p>
        </p:txBody>
      </p:sp>
      <p:sp>
        <p:nvSpPr>
          <p:cNvPr id="11" name="Rectangle 6"/>
          <p:cNvSpPr>
            <a:spLocks noGrp="1"/>
          </p:cNvSpPr>
          <p:nvPr>
            <p:ph type="sldNum" sz="quarter" idx="4"/>
          </p:nvPr>
        </p:nvSpPr>
        <p:spPr>
          <a:xfrm>
            <a:off x="8737600" y="6248400"/>
            <a:ext cx="2540000" cy="457200"/>
          </a:xfrm>
          <a:prstGeom prst="rect">
            <a:avLst/>
          </a:prstGeom>
          <a:noFill/>
          <a:ln w="9525">
            <a:noFill/>
            <a:miter/>
          </a:ln>
        </p:spPr>
        <p:txBody>
          <a:bodyPr/>
          <a:lstStyle>
            <a:lvl1pPr>
              <a:defRPr/>
            </a:lvl1pPr>
          </a:lstStyle>
          <a:p>
            <a:pPr defTabSz="914400" fontAlgn="base">
              <a:spcBef>
                <a:spcPct val="0"/>
              </a:spcBef>
              <a:spcAft>
                <a:spcPct val="0"/>
              </a:spcAft>
              <a:defRPr/>
            </a:pPr>
            <a:fld id="{569DFB09-06DA-4D7B-B329-89A7B5D591DD}" type="slidenum">
              <a:rPr lang="en-US" altLang="x-none" sz="1400" noProof="1" smtClean="0">
                <a:solidFill>
                  <a:schemeClr val="tx1"/>
                </a:solidFill>
                <a:latin typeface="Times New Roman" panose="02020603050405020304" pitchFamily="18" charset="0"/>
                <a:ea typeface="宋体" panose="02010600030101010101" pitchFamily="2" charset="-122"/>
                <a:cs typeface="+mn-ea"/>
              </a:rPr>
              <a:pPr defTabSz="914400" fontAlgn="base">
                <a:spcBef>
                  <a:spcPct val="0"/>
                </a:spcBef>
                <a:spcAft>
                  <a:spcPct val="0"/>
                </a:spcAft>
                <a:defRPr/>
              </a:pPr>
              <a:t>‹#›</a:t>
            </a:fld>
            <a:endParaRPr lang="en-US" altLang="x-none" sz="1400" noProof="1">
              <a:solidFill>
                <a:schemeClr val="tx1"/>
              </a:solidFill>
              <a:latin typeface="Times New Roman" panose="02020603050405020304" pitchFamily="18" charset="0"/>
              <a:ea typeface="宋体" panose="02010600030101010101" pitchFamily="2" charset="-122"/>
              <a:cs typeface="+mn-ea"/>
            </a:endParaRPr>
          </a:p>
        </p:txBody>
      </p:sp>
    </p:spTree>
    <p:extLst>
      <p:ext uri="{BB962C8B-B14F-4D97-AF65-F5344CB8AC3E}">
        <p14:creationId xmlns:p14="http://schemas.microsoft.com/office/powerpoint/2010/main" val="816004445"/>
      </p:ext>
    </p:extLst>
  </p:cSld>
  <p:clrMapOvr>
    <a:masterClrMapping/>
  </p:clrMapOvr>
  <p:transition>
    <p:strips dir="rd"/>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image" Target="../media/image1.jpg"/><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95236" name="Rectangle 4"/>
          <p:cNvSpPr>
            <a:spLocks noGrp="1" noChangeArrowheads="1"/>
          </p:cNvSpPr>
          <p:nvPr>
            <p:ph type="title"/>
          </p:nvPr>
        </p:nvSpPr>
        <p:spPr bwMode="auto">
          <a:xfrm>
            <a:off x="1" y="47626"/>
            <a:ext cx="12814300" cy="957263"/>
          </a:xfrm>
          <a:prstGeom prst="rect">
            <a:avLst/>
          </a:prstGeom>
          <a:noFill/>
          <a:ln w="9525">
            <a:noFill/>
            <a:miter lim="800000"/>
          </a:ln>
        </p:spPr>
        <p:txBody>
          <a:bodyPr vert="horz" wrap="square" lIns="91440" tIns="45720" rIns="91440" bIns="45720" numCol="1" anchor="b" anchorCtr="0" compatLnSpc="1"/>
          <a:lstStyle/>
          <a:p>
            <a:pPr lvl="0"/>
            <a:r>
              <a:rPr lang="zh-CN" altLang="en-US"/>
              <a:t>单击此处编辑母版标题样式</a:t>
            </a:r>
          </a:p>
        </p:txBody>
      </p:sp>
      <p:sp>
        <p:nvSpPr>
          <p:cNvPr id="95237" name="Rectangle 5"/>
          <p:cNvSpPr>
            <a:spLocks noGrp="1" noChangeArrowheads="1"/>
          </p:cNvSpPr>
          <p:nvPr>
            <p:ph type="body" idx="1"/>
          </p:nvPr>
        </p:nvSpPr>
        <p:spPr bwMode="auto">
          <a:xfrm>
            <a:off x="624418" y="1484313"/>
            <a:ext cx="10856383" cy="4392612"/>
          </a:xfrm>
          <a:prstGeom prst="rect">
            <a:avLst/>
          </a:prstGeom>
          <a:noFill/>
          <a:ln w="9525">
            <a:noFill/>
            <a:miter lim="800000"/>
          </a:ln>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88423" name="Rectangle 7"/>
          <p:cNvSpPr>
            <a:spLocks noGrp="1" noChangeArrowheads="1"/>
          </p:cNvSpPr>
          <p:nvPr>
            <p:ph type="dt" sz="half" idx="2"/>
          </p:nvPr>
        </p:nvSpPr>
        <p:spPr bwMode="auto">
          <a:xfrm>
            <a:off x="814917" y="6284913"/>
            <a:ext cx="1725083" cy="457200"/>
          </a:xfrm>
          <a:prstGeom prst="rect">
            <a:avLst/>
          </a:prstGeom>
          <a:noFill/>
          <a:ln w="9525">
            <a:noFill/>
            <a:miter lim="800000"/>
          </a:ln>
          <a:effectLst/>
        </p:spPr>
        <p:txBody>
          <a:bodyPr vert="horz" wrap="square" lIns="91440" tIns="45720" rIns="91440" bIns="45720" numCol="1" anchor="t" anchorCtr="0" compatLnSpc="1"/>
          <a:lstStyle>
            <a:lvl1pPr algn="l" fontAlgn="auto">
              <a:spcBef>
                <a:spcPts val="0"/>
              </a:spcBef>
              <a:spcAft>
                <a:spcPts val="0"/>
              </a:spcAft>
              <a:defRPr sz="1600" b="0">
                <a:solidFill>
                  <a:schemeClr val="tx1"/>
                </a:solidFill>
                <a:latin typeface="+mn-lt"/>
                <a:ea typeface="宋体" panose="02010600030101010101" pitchFamily="2" charset="-122"/>
                <a:cs typeface="+mn-cs"/>
              </a:defRPr>
            </a:lvl1pPr>
          </a:lstStyle>
          <a:p>
            <a:pPr>
              <a:defRPr/>
            </a:pPr>
            <a:fld id="{1596D3C0-2AFD-48F1-A71C-B351F7B1D7FD}" type="datetime1">
              <a:rPr lang="en-US" altLang="zh-CN" smtClean="0"/>
              <a:t>2/11/2025</a:t>
            </a:fld>
            <a:endParaRPr lang="zh-CN" altLang="en-US"/>
          </a:p>
        </p:txBody>
      </p:sp>
      <p:sp>
        <p:nvSpPr>
          <p:cNvPr id="188425" name="Rectangle 9"/>
          <p:cNvSpPr>
            <a:spLocks noGrp="1" noChangeArrowheads="1"/>
          </p:cNvSpPr>
          <p:nvPr>
            <p:ph type="sldNum" sz="quarter" idx="4"/>
          </p:nvPr>
        </p:nvSpPr>
        <p:spPr bwMode="auto">
          <a:xfrm>
            <a:off x="10668000" y="6215063"/>
            <a:ext cx="1244600" cy="457200"/>
          </a:xfrm>
          <a:prstGeom prst="rect">
            <a:avLst/>
          </a:prstGeom>
          <a:noFill/>
          <a:ln w="9525">
            <a:noFill/>
            <a:miter lim="800000"/>
          </a:ln>
          <a:effectLst/>
        </p:spPr>
        <p:txBody>
          <a:bodyPr vert="horz" wrap="square" lIns="91440" tIns="45720" rIns="91440" bIns="45720" numCol="1" anchor="t" anchorCtr="0" compatLnSpc="1"/>
          <a:lstStyle>
            <a:lvl1pPr algn="r">
              <a:defRPr sz="1600" b="0">
                <a:solidFill>
                  <a:schemeClr val="tx1"/>
                </a:solidFill>
                <a:latin typeface="Arial" panose="020B0604020202020204" pitchFamily="34" charset="0"/>
                <a:ea typeface="宋体" panose="02010600030101010101" pitchFamily="2" charset="-122"/>
              </a:defRPr>
            </a:lvl1pPr>
          </a:lstStyle>
          <a:p>
            <a:fld id="{8AF99495-4C70-4DA1-B4FD-AE3C2F6741A9}" type="slidenum">
              <a:rPr lang="zh-CN" altLang="en-US"/>
              <a:t>‹#›</a:t>
            </a:fld>
            <a:endParaRPr lang="en-US" altLang="zh-CN"/>
          </a:p>
        </p:txBody>
      </p:sp>
      <p:sp>
        <p:nvSpPr>
          <p:cNvPr id="188418" name="Rectangle 2"/>
          <p:cNvSpPr>
            <a:spLocks noChangeArrowheads="1"/>
          </p:cNvSpPr>
          <p:nvPr/>
        </p:nvSpPr>
        <p:spPr bwMode="auto">
          <a:xfrm>
            <a:off x="0" y="985838"/>
            <a:ext cx="2844800" cy="101600"/>
          </a:xfrm>
          <a:prstGeom prst="rect">
            <a:avLst/>
          </a:prstGeom>
          <a:solidFill>
            <a:srgbClr val="006699"/>
          </a:solidFill>
          <a:ln w="9525">
            <a:noFill/>
            <a:miter lim="800000"/>
          </a:ln>
        </p:spPr>
        <p:txBody>
          <a:bodyPr wrap="none" anchor="ctr"/>
          <a:lstStyle/>
          <a:p>
            <a:pPr fontAlgn="auto">
              <a:spcBef>
                <a:spcPts val="0"/>
              </a:spcBef>
              <a:spcAft>
                <a:spcPts val="0"/>
              </a:spcAft>
              <a:defRPr/>
            </a:pPr>
            <a:endParaRPr lang="zh-CN" altLang="zh-CN" sz="1800" b="0">
              <a:solidFill>
                <a:schemeClr val="tx1"/>
              </a:solidFill>
              <a:latin typeface="Times New Roman" panose="02020603050405020304" pitchFamily="18" charset="0"/>
              <a:ea typeface="宋体" panose="02010600030101010101" pitchFamily="2" charset="-122"/>
              <a:cs typeface="+mn-cs"/>
            </a:endParaRPr>
          </a:p>
        </p:txBody>
      </p:sp>
      <p:sp>
        <p:nvSpPr>
          <p:cNvPr id="188419" name="Rectangle 3"/>
          <p:cNvSpPr>
            <a:spLocks noChangeArrowheads="1"/>
          </p:cNvSpPr>
          <p:nvPr/>
        </p:nvSpPr>
        <p:spPr bwMode="auto">
          <a:xfrm>
            <a:off x="1930400" y="985838"/>
            <a:ext cx="9652000" cy="101600"/>
          </a:xfrm>
          <a:prstGeom prst="rect">
            <a:avLst/>
          </a:prstGeom>
          <a:gradFill rotWithShape="1">
            <a:gsLst>
              <a:gs pos="0">
                <a:srgbClr val="006699"/>
              </a:gs>
              <a:gs pos="100000">
                <a:schemeClr val="bg1"/>
              </a:gs>
            </a:gsLst>
            <a:lin ang="0" scaled="1"/>
          </a:gradFill>
          <a:ln w="9525">
            <a:noFill/>
            <a:miter lim="800000"/>
          </a:ln>
        </p:spPr>
        <p:txBody>
          <a:bodyPr wrap="none" anchor="ctr"/>
          <a:lstStyle/>
          <a:p>
            <a:pPr fontAlgn="auto">
              <a:spcBef>
                <a:spcPts val="0"/>
              </a:spcBef>
              <a:spcAft>
                <a:spcPts val="0"/>
              </a:spcAft>
              <a:defRPr/>
            </a:pPr>
            <a:endParaRPr lang="zh-CN" altLang="zh-CN" sz="1800" b="0">
              <a:solidFill>
                <a:schemeClr val="tx1"/>
              </a:solidFill>
              <a:latin typeface="Times New Roman" panose="02020603050405020304" pitchFamily="18" charset="0"/>
              <a:ea typeface="宋体" panose="02010600030101010101" pitchFamily="2" charset="-122"/>
              <a:cs typeface="+mn-cs"/>
            </a:endParaRPr>
          </a:p>
        </p:txBody>
      </p:sp>
      <p:sp>
        <p:nvSpPr>
          <p:cNvPr id="188424" name="Rectangle 8"/>
          <p:cNvSpPr>
            <a:spLocks noGrp="1" noChangeArrowheads="1"/>
          </p:cNvSpPr>
          <p:nvPr>
            <p:ph type="ftr" sz="quarter" idx="3"/>
          </p:nvPr>
        </p:nvSpPr>
        <p:spPr bwMode="auto">
          <a:xfrm>
            <a:off x="4902200" y="4803775"/>
            <a:ext cx="7010400" cy="539750"/>
          </a:xfrm>
          <a:prstGeom prst="rect">
            <a:avLst/>
          </a:prstGeom>
          <a:noFill/>
          <a:ln w="9525">
            <a:noFill/>
            <a:miter lim="800000"/>
          </a:ln>
          <a:effectLst/>
        </p:spPr>
        <p:txBody>
          <a:bodyPr vert="horz" wrap="square" lIns="91440" tIns="45720" rIns="91440" bIns="45720" numCol="1" anchor="t" anchorCtr="0" compatLnSpc="1"/>
          <a:lstStyle>
            <a:lvl1pPr>
              <a:defRPr sz="1800">
                <a:latin typeface="Arial" panose="020B0604020202020204" pitchFamily="34" charset="0"/>
                <a:ea typeface="宋体" panose="02010600030101010101" pitchFamily="2" charset="-122"/>
                <a:cs typeface="+mn-cs"/>
              </a:defRPr>
            </a:lvl1pPr>
          </a:lstStyle>
          <a:p>
            <a:pPr>
              <a:defRPr/>
            </a:pPr>
            <a:endParaRPr lang="zh-CN" altLang="en-US"/>
          </a:p>
        </p:txBody>
      </p:sp>
      <p:sp>
        <p:nvSpPr>
          <p:cNvPr id="6162" name="Rectangle 18"/>
          <p:cNvSpPr>
            <a:spLocks noChangeArrowheads="1"/>
          </p:cNvSpPr>
          <p:nvPr userDrawn="1"/>
        </p:nvSpPr>
        <p:spPr bwMode="auto">
          <a:xfrm>
            <a:off x="190501" y="6437313"/>
            <a:ext cx="12001500" cy="304800"/>
          </a:xfrm>
          <a:prstGeom prst="rect">
            <a:avLst/>
          </a:prstGeom>
          <a:noFill/>
          <a:ln w="9525">
            <a:noFill/>
            <a:miter lim="800000"/>
          </a:ln>
          <a:effectLst>
            <a:prstShdw prst="shdw17" dist="17961" dir="2700000">
              <a:schemeClr val="accent1">
                <a:gamma/>
                <a:shade val="60000"/>
                <a:invGamma/>
                <a:alpha val="50000"/>
              </a:schemeClr>
            </a:prstShdw>
          </a:effectLst>
        </p:spPr>
        <p:txBody>
          <a:bodyPr>
            <a:spAutoFit/>
          </a:bodyPr>
          <a:lstStyle>
            <a:lvl1pPr eaLnBrk="0" hangingPunct="0">
              <a:defRPr sz="2000" b="1">
                <a:solidFill>
                  <a:schemeClr val="bg1"/>
                </a:solidFill>
                <a:latin typeface="FrutigerNext LT Regular"/>
                <a:ea typeface="幼圆" panose="02010509060101010101" pitchFamily="49" charset="-122"/>
              </a:defRPr>
            </a:lvl1pPr>
            <a:lvl2pPr marL="742950" indent="-285750" eaLnBrk="0" hangingPunct="0">
              <a:defRPr sz="2000" b="1">
                <a:solidFill>
                  <a:schemeClr val="bg1"/>
                </a:solidFill>
                <a:latin typeface="FrutigerNext LT Regular"/>
                <a:ea typeface="幼圆" panose="02010509060101010101" pitchFamily="49" charset="-122"/>
              </a:defRPr>
            </a:lvl2pPr>
            <a:lvl3pPr marL="1143000" indent="-228600" eaLnBrk="0" hangingPunct="0">
              <a:defRPr sz="2000" b="1">
                <a:solidFill>
                  <a:schemeClr val="bg1"/>
                </a:solidFill>
                <a:latin typeface="FrutigerNext LT Regular"/>
                <a:ea typeface="幼圆" panose="02010509060101010101" pitchFamily="49" charset="-122"/>
              </a:defRPr>
            </a:lvl3pPr>
            <a:lvl4pPr marL="1600200" indent="-228600" eaLnBrk="0" hangingPunct="0">
              <a:defRPr sz="2000" b="1">
                <a:solidFill>
                  <a:schemeClr val="bg1"/>
                </a:solidFill>
                <a:latin typeface="FrutigerNext LT Regular"/>
                <a:ea typeface="幼圆" panose="02010509060101010101" pitchFamily="49" charset="-122"/>
              </a:defRPr>
            </a:lvl4pPr>
            <a:lvl5pPr marL="2057400" indent="-228600" eaLnBrk="0" hangingPunct="0">
              <a:defRPr sz="2000" b="1">
                <a:solidFill>
                  <a:schemeClr val="bg1"/>
                </a:solidFill>
                <a:latin typeface="FrutigerNext LT Regular"/>
                <a:ea typeface="幼圆" panose="02010509060101010101" pitchFamily="49" charset="-122"/>
              </a:defRPr>
            </a:lvl5pPr>
            <a:lvl6pPr marL="2514600" indent="-228600" eaLnBrk="0" fontAlgn="base" hangingPunct="0">
              <a:spcBef>
                <a:spcPct val="0"/>
              </a:spcBef>
              <a:spcAft>
                <a:spcPct val="0"/>
              </a:spcAft>
              <a:defRPr sz="2000" b="1">
                <a:solidFill>
                  <a:schemeClr val="bg1"/>
                </a:solidFill>
                <a:latin typeface="FrutigerNext LT Regular"/>
                <a:ea typeface="幼圆" panose="02010509060101010101" pitchFamily="49" charset="-122"/>
              </a:defRPr>
            </a:lvl6pPr>
            <a:lvl7pPr marL="2971800" indent="-228600" eaLnBrk="0" fontAlgn="base" hangingPunct="0">
              <a:spcBef>
                <a:spcPct val="0"/>
              </a:spcBef>
              <a:spcAft>
                <a:spcPct val="0"/>
              </a:spcAft>
              <a:defRPr sz="2000" b="1">
                <a:solidFill>
                  <a:schemeClr val="bg1"/>
                </a:solidFill>
                <a:latin typeface="FrutigerNext LT Regular"/>
                <a:ea typeface="幼圆" panose="02010509060101010101" pitchFamily="49" charset="-122"/>
              </a:defRPr>
            </a:lvl7pPr>
            <a:lvl8pPr marL="3429000" indent="-228600" eaLnBrk="0" fontAlgn="base" hangingPunct="0">
              <a:spcBef>
                <a:spcPct val="0"/>
              </a:spcBef>
              <a:spcAft>
                <a:spcPct val="0"/>
              </a:spcAft>
              <a:defRPr sz="2000" b="1">
                <a:solidFill>
                  <a:schemeClr val="bg1"/>
                </a:solidFill>
                <a:latin typeface="FrutigerNext LT Regular"/>
                <a:ea typeface="幼圆" panose="02010509060101010101" pitchFamily="49" charset="-122"/>
              </a:defRPr>
            </a:lvl8pPr>
            <a:lvl9pPr marL="3886200" indent="-228600" eaLnBrk="0" fontAlgn="base" hangingPunct="0">
              <a:spcBef>
                <a:spcPct val="0"/>
              </a:spcBef>
              <a:spcAft>
                <a:spcPct val="0"/>
              </a:spcAft>
              <a:defRPr sz="2000" b="1">
                <a:solidFill>
                  <a:schemeClr val="bg1"/>
                </a:solidFill>
                <a:latin typeface="FrutigerNext LT Regular"/>
                <a:ea typeface="幼圆" panose="02010509060101010101" pitchFamily="49" charset="-122"/>
              </a:defRPr>
            </a:lvl9pPr>
          </a:lstStyle>
          <a:p>
            <a:pPr eaLnBrk="1" hangingPunct="1"/>
            <a:r>
              <a:rPr lang="zh-CN" altLang="en-US" sz="1400">
                <a:latin typeface="宋体" panose="02010600030101010101" pitchFamily="2" charset="-122"/>
                <a:ea typeface="宋体" panose="02010600030101010101" pitchFamily="2" charset="-122"/>
              </a:rPr>
              <a:t> </a:t>
            </a:r>
            <a:r>
              <a:rPr lang="zh-CN" altLang="en-US" sz="1400">
                <a:solidFill>
                  <a:srgbClr val="FFCC66"/>
                </a:solidFill>
                <a:latin typeface="宋体" panose="02010600030101010101" pitchFamily="2" charset="-122"/>
                <a:ea typeface="宋体" panose="02010600030101010101" pitchFamily="2" charset="-122"/>
              </a:rPr>
              <a:t>                                                                                            </a:t>
            </a:r>
            <a:fld id="{B50DA601-DC5A-4609-98FF-92E0F4CCEA4B}" type="slidenum">
              <a:rPr lang="zh-CN" altLang="en-US" sz="1400">
                <a:solidFill>
                  <a:srgbClr val="FFCC66"/>
                </a:solidFill>
                <a:latin typeface="宋体" panose="02010600030101010101" pitchFamily="2" charset="-122"/>
                <a:ea typeface="宋体" panose="02010600030101010101" pitchFamily="2" charset="-122"/>
              </a:rPr>
              <a:t>‹#›</a:t>
            </a:fld>
            <a:endParaRPr lang="en-US" altLang="zh-CN" sz="1400">
              <a:solidFill>
                <a:srgbClr val="FFCC66"/>
              </a:solidFill>
              <a:latin typeface="宋体" panose="02010600030101010101" pitchFamily="2" charset="-122"/>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ctr" rtl="0" eaLnBrk="0" fontAlgn="base" hangingPunct="0">
        <a:spcBef>
          <a:spcPct val="0"/>
        </a:spcBef>
        <a:spcAft>
          <a:spcPct val="0"/>
        </a:spcAft>
        <a:defRPr sz="5000" b="1">
          <a:solidFill>
            <a:srgbClr val="CC0000"/>
          </a:solidFill>
          <a:effectLst>
            <a:outerShdw blurRad="38100" dist="38100" dir="2700000" algn="tl">
              <a:srgbClr val="C0C0C0"/>
            </a:outerShdw>
          </a:effectLst>
          <a:latin typeface="+mj-lt"/>
          <a:ea typeface="+mj-ea"/>
          <a:cs typeface="+mj-cs"/>
        </a:defRPr>
      </a:lvl1pPr>
      <a:lvl2pPr algn="ctr" rtl="0" eaLnBrk="0" fontAlgn="base" hangingPunct="0">
        <a:spcBef>
          <a:spcPct val="0"/>
        </a:spcBef>
        <a:spcAft>
          <a:spcPct val="0"/>
        </a:spcAft>
        <a:defRPr sz="5000" b="1">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2pPr>
      <a:lvl3pPr algn="ctr" rtl="0" eaLnBrk="0" fontAlgn="base" hangingPunct="0">
        <a:spcBef>
          <a:spcPct val="0"/>
        </a:spcBef>
        <a:spcAft>
          <a:spcPct val="0"/>
        </a:spcAft>
        <a:defRPr sz="5000" b="1">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3pPr>
      <a:lvl4pPr algn="ctr" rtl="0" eaLnBrk="0" fontAlgn="base" hangingPunct="0">
        <a:spcBef>
          <a:spcPct val="0"/>
        </a:spcBef>
        <a:spcAft>
          <a:spcPct val="0"/>
        </a:spcAft>
        <a:defRPr sz="5000" b="1">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4pPr>
      <a:lvl5pPr algn="ctr" rtl="0" eaLnBrk="0" fontAlgn="base" hangingPunct="0">
        <a:spcBef>
          <a:spcPct val="0"/>
        </a:spcBef>
        <a:spcAft>
          <a:spcPct val="0"/>
        </a:spcAft>
        <a:defRPr sz="5000" b="1">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5pPr>
      <a:lvl6pPr marL="457200" algn="ctr" rtl="0" fontAlgn="base">
        <a:spcBef>
          <a:spcPct val="0"/>
        </a:spcBef>
        <a:spcAft>
          <a:spcPct val="0"/>
        </a:spcAft>
        <a:defRPr sz="5000" b="1">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6pPr>
      <a:lvl7pPr marL="914400" algn="ctr" rtl="0" fontAlgn="base">
        <a:spcBef>
          <a:spcPct val="0"/>
        </a:spcBef>
        <a:spcAft>
          <a:spcPct val="0"/>
        </a:spcAft>
        <a:defRPr sz="5000" b="1">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7pPr>
      <a:lvl8pPr marL="1371600" algn="ctr" rtl="0" fontAlgn="base">
        <a:spcBef>
          <a:spcPct val="0"/>
        </a:spcBef>
        <a:spcAft>
          <a:spcPct val="0"/>
        </a:spcAft>
        <a:defRPr sz="5000" b="1">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8pPr>
      <a:lvl9pPr marL="1828800" algn="ctr" rtl="0" fontAlgn="base">
        <a:spcBef>
          <a:spcPct val="0"/>
        </a:spcBef>
        <a:spcAft>
          <a:spcPct val="0"/>
        </a:spcAft>
        <a:defRPr sz="5000" b="1">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9pPr>
    </p:titleStyle>
    <p:bodyStyle>
      <a:lvl1pPr marL="447675" indent="-447675" algn="l" rtl="0" eaLnBrk="0" fontAlgn="base" hangingPunct="0">
        <a:spcBef>
          <a:spcPct val="20000"/>
        </a:spcBef>
        <a:spcAft>
          <a:spcPct val="0"/>
        </a:spcAft>
        <a:buFont typeface="Wingdings" panose="05000000000000000000" pitchFamily="2" charset="2"/>
        <a:buChar char="n"/>
        <a:defRPr sz="3200" b="1">
          <a:solidFill>
            <a:srgbClr val="006699"/>
          </a:solidFill>
          <a:effectLst>
            <a:outerShdw blurRad="38100" dist="38100" dir="2700000" algn="tl">
              <a:srgbClr val="C0C0C0"/>
            </a:outerShdw>
          </a:effectLst>
          <a:latin typeface="+mn-lt"/>
          <a:ea typeface="+mn-ea"/>
          <a:cs typeface="+mn-cs"/>
        </a:defRPr>
      </a:lvl1pPr>
      <a:lvl2pPr marL="889000" indent="-440055" algn="l" rtl="0" eaLnBrk="0" fontAlgn="base" hangingPunct="0">
        <a:spcBef>
          <a:spcPct val="20000"/>
        </a:spcBef>
        <a:spcAft>
          <a:spcPct val="0"/>
        </a:spcAft>
        <a:buClr>
          <a:srgbClr val="669900"/>
        </a:buClr>
        <a:buFont typeface="楷体_GB2312" panose="02010609030101010101" pitchFamily="49" charset="-122"/>
        <a:buChar char="o"/>
        <a:defRPr sz="2800" b="1">
          <a:solidFill>
            <a:schemeClr val="tx1"/>
          </a:solidFill>
          <a:effectLst>
            <a:outerShdw blurRad="38100" dist="38100" dir="2700000" algn="tl">
              <a:srgbClr val="C0C0C0"/>
            </a:outerShdw>
          </a:effectLst>
          <a:latin typeface="+mn-lt"/>
          <a:ea typeface="华文细黑" panose="02010600040101010101" pitchFamily="2" charset="-122"/>
        </a:defRPr>
      </a:lvl2pPr>
      <a:lvl3pPr marL="1294130" indent="-403225" algn="l" rtl="0" eaLnBrk="0" fontAlgn="base" hangingPunct="0">
        <a:spcBef>
          <a:spcPct val="20000"/>
        </a:spcBef>
        <a:spcAft>
          <a:spcPct val="0"/>
        </a:spcAft>
        <a:buClr>
          <a:srgbClr val="0099CC"/>
        </a:buClr>
        <a:buSzPct val="70000"/>
        <a:buFont typeface="Wingdings" panose="05000000000000000000" pitchFamily="2" charset="2"/>
        <a:buChar char="n"/>
        <a:defRPr sz="2000">
          <a:solidFill>
            <a:schemeClr val="tx1"/>
          </a:solidFill>
          <a:latin typeface="+mn-lt"/>
          <a:ea typeface="宋体" panose="02010600030101010101" pitchFamily="2" charset="-122"/>
        </a:defRPr>
      </a:lvl3pPr>
      <a:lvl4pPr marL="1681480" indent="-386080" algn="l" rtl="0" eaLnBrk="0" fontAlgn="base" hangingPunct="0">
        <a:spcBef>
          <a:spcPct val="20000"/>
        </a:spcBef>
        <a:spcAft>
          <a:spcPct val="0"/>
        </a:spcAft>
        <a:buClr>
          <a:schemeClr val="hlink"/>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2070100" indent="-387350" algn="l" rtl="0" eaLnBrk="0" fontAlgn="base" hangingPunct="0">
        <a:spcBef>
          <a:spcPct val="20000"/>
        </a:spcBef>
        <a:spcAft>
          <a:spcPct val="0"/>
        </a:spcAft>
        <a:buClr>
          <a:srgbClr val="0099CC"/>
        </a:buClr>
        <a:buSzPct val="70000"/>
        <a:buFont typeface="Wingdings" panose="05000000000000000000" pitchFamily="2" charset="2"/>
        <a:buChar char="n"/>
        <a:defRPr sz="1600">
          <a:solidFill>
            <a:schemeClr val="tx1"/>
          </a:solidFill>
          <a:latin typeface="+mn-lt"/>
          <a:ea typeface="宋体" panose="02010600030101010101" pitchFamily="2" charset="-122"/>
        </a:defRPr>
      </a:lvl5pPr>
      <a:lvl6pPr marL="2527300" indent="-387350" algn="l" rtl="0" fontAlgn="base">
        <a:spcBef>
          <a:spcPct val="20000"/>
        </a:spcBef>
        <a:spcAft>
          <a:spcPct val="0"/>
        </a:spcAft>
        <a:buClr>
          <a:srgbClr val="0099CC"/>
        </a:buClr>
        <a:buSzPct val="70000"/>
        <a:buFont typeface="Wingdings" panose="05000000000000000000" pitchFamily="2" charset="2"/>
        <a:buChar char="n"/>
        <a:defRPr sz="1600">
          <a:solidFill>
            <a:schemeClr val="tx1"/>
          </a:solidFill>
          <a:latin typeface="+mn-lt"/>
          <a:ea typeface="宋体" panose="02010600030101010101" pitchFamily="2" charset="-122"/>
        </a:defRPr>
      </a:lvl6pPr>
      <a:lvl7pPr marL="2984500" indent="-387350" algn="l" rtl="0" fontAlgn="base">
        <a:spcBef>
          <a:spcPct val="20000"/>
        </a:spcBef>
        <a:spcAft>
          <a:spcPct val="0"/>
        </a:spcAft>
        <a:buClr>
          <a:srgbClr val="0099CC"/>
        </a:buClr>
        <a:buSzPct val="70000"/>
        <a:buFont typeface="Wingdings" panose="05000000000000000000" pitchFamily="2" charset="2"/>
        <a:buChar char="n"/>
        <a:defRPr sz="1600">
          <a:solidFill>
            <a:schemeClr val="tx1"/>
          </a:solidFill>
          <a:latin typeface="+mn-lt"/>
          <a:ea typeface="宋体" panose="02010600030101010101" pitchFamily="2" charset="-122"/>
        </a:defRPr>
      </a:lvl7pPr>
      <a:lvl8pPr marL="3441700" indent="-387350" algn="l" rtl="0" fontAlgn="base">
        <a:spcBef>
          <a:spcPct val="20000"/>
        </a:spcBef>
        <a:spcAft>
          <a:spcPct val="0"/>
        </a:spcAft>
        <a:buClr>
          <a:srgbClr val="0099CC"/>
        </a:buClr>
        <a:buSzPct val="70000"/>
        <a:buFont typeface="Wingdings" panose="05000000000000000000" pitchFamily="2" charset="2"/>
        <a:buChar char="n"/>
        <a:defRPr sz="1600">
          <a:solidFill>
            <a:schemeClr val="tx1"/>
          </a:solidFill>
          <a:latin typeface="+mn-lt"/>
          <a:ea typeface="宋体" panose="02010600030101010101" pitchFamily="2" charset="-122"/>
        </a:defRPr>
      </a:lvl8pPr>
      <a:lvl9pPr marL="3898900" indent="-387350" algn="l" rtl="0" fontAlgn="base">
        <a:spcBef>
          <a:spcPct val="20000"/>
        </a:spcBef>
        <a:spcAft>
          <a:spcPct val="0"/>
        </a:spcAft>
        <a:buClr>
          <a:srgbClr val="0099CC"/>
        </a:buClr>
        <a:buSzPct val="70000"/>
        <a:buFont typeface="Wingdings" panose="05000000000000000000" pitchFamily="2" charset="2"/>
        <a:buChar char="n"/>
        <a:defRPr sz="1600">
          <a:solidFill>
            <a:schemeClr val="tx1"/>
          </a:solidFill>
          <a:latin typeface="+mn-lt"/>
          <a:ea typeface="宋体" panose="02010600030101010101" pitchFamily="2"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FFFB242F-4ABF-4555-8697-315988818C94}" type="datetime1">
              <a:rPr lang="en-US" altLang="zh-CN" smtClean="0"/>
              <a:t>2/11/2025</a:t>
            </a:fld>
            <a:endParaRPr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AF99495-4C70-4DA1-B4FD-AE3C2F6741A9}" type="slidenum">
              <a:rPr lang="zh-CN" altLang="en-US" smtClean="0"/>
              <a:t>‹#›</a:t>
            </a:fld>
            <a:endParaRPr lang="en-US" altLang="zh-CN"/>
          </a:p>
        </p:txBody>
      </p:sp>
    </p:spTree>
    <p:extLst>
      <p:ext uri="{BB962C8B-B14F-4D97-AF65-F5344CB8AC3E}">
        <p14:creationId xmlns:p14="http://schemas.microsoft.com/office/powerpoint/2010/main" val="2127245775"/>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hyperlink" Target="https://www.lanqiao.cn/problems/2095/learning/" TargetMode="External"/><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4.xml"/></Relationships>
</file>

<file path=ppt/slides/_rels/slide5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4.xml"/></Relationships>
</file>

<file path=ppt/slides/_rels/slide5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oleObject" Target="../embeddings/oleObject1.bin"/><Relationship Id="rId1" Type="http://schemas.openxmlformats.org/officeDocument/2006/relationships/slideLayout" Target="../slideLayouts/slideLayout2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3" name="Rectangle 5"/>
          <p:cNvSpPr>
            <a:spLocks noChangeArrowheads="1"/>
          </p:cNvSpPr>
          <p:nvPr/>
        </p:nvSpPr>
        <p:spPr bwMode="white">
          <a:xfrm>
            <a:off x="140505" y="2465030"/>
            <a:ext cx="1191099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defRPr sz="3600" b="1">
                <a:solidFill>
                  <a:schemeClr val="tx2"/>
                </a:solidFill>
                <a:latin typeface="Verdana" panose="020B0604030504040204" pitchFamily="34" charset="0"/>
              </a:defRPr>
            </a:lvl1pPr>
            <a:lvl2pPr algn="ctr">
              <a:defRPr sz="3600" b="1">
                <a:solidFill>
                  <a:schemeClr val="tx2"/>
                </a:solidFill>
                <a:latin typeface="Verdana" panose="020B0604030504040204" pitchFamily="34" charset="0"/>
              </a:defRPr>
            </a:lvl2pPr>
            <a:lvl3pPr algn="ctr">
              <a:defRPr sz="3600" b="1">
                <a:solidFill>
                  <a:schemeClr val="tx2"/>
                </a:solidFill>
                <a:latin typeface="Verdana" panose="020B0604030504040204" pitchFamily="34" charset="0"/>
              </a:defRPr>
            </a:lvl3pPr>
            <a:lvl4pPr algn="ctr">
              <a:defRPr sz="3600" b="1">
                <a:solidFill>
                  <a:schemeClr val="tx2"/>
                </a:solidFill>
                <a:latin typeface="Verdana" panose="020B0604030504040204" pitchFamily="34" charset="0"/>
              </a:defRPr>
            </a:lvl4pPr>
            <a:lvl5pPr algn="ctr">
              <a:defRPr sz="3600" b="1">
                <a:solidFill>
                  <a:schemeClr val="tx2"/>
                </a:solidFill>
                <a:latin typeface="Verdana" panose="020B0604030504040204" pitchFamily="34" charset="0"/>
              </a:defRPr>
            </a:lvl5pPr>
            <a:lvl6pPr marL="457200" algn="ctr" fontAlgn="base">
              <a:spcBef>
                <a:spcPct val="0"/>
              </a:spcBef>
              <a:spcAft>
                <a:spcPct val="0"/>
              </a:spcAft>
              <a:defRPr sz="3600" b="1">
                <a:solidFill>
                  <a:schemeClr val="tx2"/>
                </a:solidFill>
                <a:latin typeface="Verdana" panose="020B0604030504040204" pitchFamily="34" charset="0"/>
              </a:defRPr>
            </a:lvl6pPr>
            <a:lvl7pPr marL="914400" algn="ctr" fontAlgn="base">
              <a:spcBef>
                <a:spcPct val="0"/>
              </a:spcBef>
              <a:spcAft>
                <a:spcPct val="0"/>
              </a:spcAft>
              <a:defRPr sz="3600" b="1">
                <a:solidFill>
                  <a:schemeClr val="tx2"/>
                </a:solidFill>
                <a:latin typeface="Verdana" panose="020B0604030504040204" pitchFamily="34" charset="0"/>
              </a:defRPr>
            </a:lvl7pPr>
            <a:lvl8pPr marL="1371600" algn="ctr" fontAlgn="base">
              <a:spcBef>
                <a:spcPct val="0"/>
              </a:spcBef>
              <a:spcAft>
                <a:spcPct val="0"/>
              </a:spcAft>
              <a:defRPr sz="3600" b="1">
                <a:solidFill>
                  <a:schemeClr val="tx2"/>
                </a:solidFill>
                <a:latin typeface="Verdana" panose="020B0604030504040204" pitchFamily="34" charset="0"/>
              </a:defRPr>
            </a:lvl8pPr>
            <a:lvl9pPr marL="1828800" algn="ctr" fontAlgn="base">
              <a:spcBef>
                <a:spcPct val="0"/>
              </a:spcBef>
              <a:spcAft>
                <a:spcPct val="0"/>
              </a:spcAft>
              <a:defRPr sz="3600" b="1">
                <a:solidFill>
                  <a:schemeClr val="tx2"/>
                </a:solidFill>
                <a:latin typeface="Verdana" panose="020B0604030504040204" pitchFamily="34" charset="0"/>
              </a:defRPr>
            </a:lvl9pPr>
          </a:lstStyle>
          <a:p>
            <a:r>
              <a:rPr lang="en-US" altLang="zh-CN" sz="5400" spc="50" dirty="0">
                <a:ln w="9525" cmpd="sng">
                  <a:solidFill>
                    <a:schemeClr val="accent1"/>
                  </a:solidFill>
                  <a:prstDash val="solid"/>
                </a:ln>
                <a:solidFill>
                  <a:srgbClr val="FFFF00"/>
                </a:solidFill>
                <a:effectLst>
                  <a:glow rad="38100">
                    <a:schemeClr val="accent1">
                      <a:alpha val="40000"/>
                    </a:schemeClr>
                  </a:glow>
                </a:effectLst>
                <a:latin typeface="华文新魏" panose="02010800040101010101" pitchFamily="2" charset="-122"/>
                <a:ea typeface="华文新魏" panose="02010800040101010101" pitchFamily="2" charset="-122"/>
              </a:rPr>
              <a:t>1.1</a:t>
            </a:r>
            <a:r>
              <a:rPr lang="zh-CN" altLang="en-US" sz="5400" spc="50" dirty="0">
                <a:ln w="9525" cmpd="sng">
                  <a:solidFill>
                    <a:schemeClr val="accent1"/>
                  </a:solidFill>
                  <a:prstDash val="solid"/>
                </a:ln>
                <a:solidFill>
                  <a:srgbClr val="FFFF00"/>
                </a:solidFill>
                <a:effectLst>
                  <a:glow rad="38100">
                    <a:schemeClr val="accent1">
                      <a:alpha val="40000"/>
                    </a:schemeClr>
                  </a:glow>
                </a:effectLst>
                <a:latin typeface="华文新魏" panose="02010800040101010101" pitchFamily="2" charset="-122"/>
                <a:ea typeface="华文新魏" panose="02010800040101010101" pitchFamily="2" charset="-122"/>
              </a:rPr>
              <a:t>   蓝桥杯软件赛参赛规则</a:t>
            </a:r>
            <a:endParaRPr lang="en-US" altLang="zh-CN" sz="5400" spc="50" dirty="0">
              <a:ln w="9525" cmpd="sng">
                <a:solidFill>
                  <a:schemeClr val="accent1"/>
                </a:solidFill>
                <a:prstDash val="solid"/>
              </a:ln>
              <a:solidFill>
                <a:srgbClr val="FFFF00"/>
              </a:solidFill>
              <a:effectLst>
                <a:glow rad="38100">
                  <a:schemeClr val="accent1">
                    <a:alpha val="40000"/>
                  </a:schemeClr>
                </a:glow>
              </a:effectLst>
              <a:latin typeface="华文新魏" panose="02010800040101010101" pitchFamily="2" charset="-122"/>
              <a:ea typeface="华文新魏" panose="02010800040101010101" pitchFamily="2" charset="-122"/>
            </a:endParaRPr>
          </a:p>
        </p:txBody>
      </p:sp>
      <p:sp>
        <p:nvSpPr>
          <p:cNvPr id="6" name="矩形 5">
            <a:extLst>
              <a:ext uri="{FF2B5EF4-FFF2-40B4-BE49-F238E27FC236}">
                <a16:creationId xmlns:a16="http://schemas.microsoft.com/office/drawing/2014/main" id="{2E071BD5-51FA-4AC1-955F-A23867D9A9AA}"/>
              </a:ext>
            </a:extLst>
          </p:cNvPr>
          <p:cNvSpPr/>
          <p:nvPr/>
        </p:nvSpPr>
        <p:spPr>
          <a:xfrm>
            <a:off x="-1" y="1127630"/>
            <a:ext cx="12191999" cy="769441"/>
          </a:xfrm>
          <a:prstGeom prst="rect">
            <a:avLst/>
          </a:prstGeom>
          <a:noFill/>
        </p:spPr>
        <p:txBody>
          <a:bodyPr wrap="square" lIns="91440" tIns="45720" rIns="91440" bIns="45720">
            <a:spAutoFit/>
          </a:bodyPr>
          <a:lstStyle/>
          <a:p>
            <a:pPr algn="ctr"/>
            <a:r>
              <a:rPr lang="zh-CN" altLang="en-US" sz="4400" dirty="0">
                <a:ln w="6600">
                  <a:solidFill>
                    <a:schemeClr val="accent2"/>
                  </a:solidFill>
                  <a:prstDash val="solid"/>
                </a:ln>
                <a:solidFill>
                  <a:srgbClr val="FFFFFF"/>
                </a:solidFill>
                <a:effectLst>
                  <a:outerShdw dist="38100" dir="2700000" algn="tl" rotWithShape="0">
                    <a:schemeClr val="accent2"/>
                  </a:outerShdw>
                </a:effectLst>
                <a:latin typeface="楷体" panose="02010609060101010101" pitchFamily="49" charset="-122"/>
                <a:ea typeface="楷体" panose="02010609060101010101" pitchFamily="49" charset="-122"/>
              </a:rPr>
              <a:t>蓝桥杯算法入门</a:t>
            </a:r>
          </a:p>
        </p:txBody>
      </p:sp>
    </p:spTree>
    <p:extLst>
      <p:ext uri="{BB962C8B-B14F-4D97-AF65-F5344CB8AC3E}">
        <p14:creationId xmlns:p14="http://schemas.microsoft.com/office/powerpoint/2010/main" val="1248006178"/>
      </p:ext>
    </p:extLst>
  </p:cSld>
  <p:clrMapOvr>
    <a:masterClrMapping/>
  </p:clrMapOvr>
  <p:transition spd="med" advTm="6324">
    <p:randomBar dir="ver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Rectangle 2"/>
          <p:cNvSpPr txBox="1">
            <a:spLocks noChangeArrowheads="1"/>
          </p:cNvSpPr>
          <p:nvPr/>
        </p:nvSpPr>
        <p:spPr>
          <a:xfrm>
            <a:off x="681165" y="401863"/>
            <a:ext cx="10454100" cy="886502"/>
          </a:xfrm>
          <a:prstGeom prst="rect">
            <a:avLst/>
          </a:prstGeom>
          <a:noFill/>
          <a:ln w="9525">
            <a:noFill/>
            <a:miter lim="800000"/>
          </a:ln>
        </p:spPr>
        <p:txBody>
          <a:bodyPr vert="horz" wrap="square" lIns="91440" tIns="45720" rIns="91440" bIns="45720" numCol="1" anchor="b" anchorCtr="0" compatLnSpc="1"/>
          <a:lstStyle>
            <a:defPPr>
              <a:defRPr lang="en-US"/>
            </a:defPPr>
            <a:lvl1pPr algn="ctr" eaLnBrk="0" hangingPunct="0">
              <a:defRPr sz="5000">
                <a:solidFill>
                  <a:srgbClr val="CC0000"/>
                </a:solidFill>
                <a:effectLst>
                  <a:outerShdw blurRad="38100" dist="38100" dir="2700000" algn="tl">
                    <a:srgbClr val="000000">
                      <a:alpha val="43137"/>
                    </a:srgbClr>
                  </a:outerShdw>
                </a:effectLst>
                <a:latin typeface="+mn-lt"/>
                <a:ea typeface="+mj-ea"/>
                <a:cs typeface="+mj-cs"/>
              </a:defRPr>
            </a:lvl1pPr>
            <a:lvl2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2pPr>
            <a:lvl3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3pPr>
            <a:lvl4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4pPr>
            <a:lvl5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5pPr>
            <a:lvl6pPr marL="4572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6pPr>
            <a:lvl7pPr marL="9144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7pPr>
            <a:lvl8pPr marL="13716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8pPr>
            <a:lvl9pPr marL="18288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9pPr>
          </a:lstStyle>
          <a:p>
            <a:pPr algn="l"/>
            <a:r>
              <a:rPr lang="zh-CN" altLang="en-US" sz="4000" dirty="0">
                <a:solidFill>
                  <a:srgbClr val="C00000"/>
                </a:solidFill>
                <a:effectLst/>
                <a:latin typeface="微软雅黑" panose="020B0503020204020204" pitchFamily="34" charset="-122"/>
                <a:ea typeface="微软雅黑" panose="020B0503020204020204" pitchFamily="34" charset="-122"/>
              </a:rPr>
              <a:t>蓝桥杯软件赛</a:t>
            </a:r>
          </a:p>
        </p:txBody>
      </p:sp>
      <p:sp>
        <p:nvSpPr>
          <p:cNvPr id="2" name="灯片编号占位符 1">
            <a:extLst>
              <a:ext uri="{FF2B5EF4-FFF2-40B4-BE49-F238E27FC236}">
                <a16:creationId xmlns:a16="http://schemas.microsoft.com/office/drawing/2014/main" id="{DDCBB3D8-AE1A-4351-BDEB-2B350E4B0B05}"/>
              </a:ext>
            </a:extLst>
          </p:cNvPr>
          <p:cNvSpPr>
            <a:spLocks noGrp="1"/>
          </p:cNvSpPr>
          <p:nvPr>
            <p:ph type="sldNum" sz="quarter" idx="12"/>
          </p:nvPr>
        </p:nvSpPr>
        <p:spPr/>
        <p:txBody>
          <a:bodyPr vert="horz" lIns="91440" tIns="45720" rIns="91440" bIns="45720" rtlCol="0" anchor="ctr"/>
          <a:lstStyle/>
          <a:p>
            <a:fld id="{217794D7-36C4-4E93-AE7A-0CAF6AF174FC}" type="slidenum">
              <a:rPr lang="zh-CN" altLang="en-US" b="0" smtClean="0">
                <a:solidFill>
                  <a:schemeClr val="tx1"/>
                </a:solidFill>
              </a:rPr>
              <a:pPr/>
              <a:t>2</a:t>
            </a:fld>
            <a:endParaRPr lang="en-US" altLang="zh-CN" b="0" dirty="0">
              <a:solidFill>
                <a:schemeClr val="tx1"/>
              </a:solidFill>
            </a:endParaRPr>
          </a:p>
        </p:txBody>
      </p:sp>
      <p:sp>
        <p:nvSpPr>
          <p:cNvPr id="21" name="内容占位符 2"/>
          <p:cNvSpPr txBox="1">
            <a:spLocks/>
          </p:cNvSpPr>
          <p:nvPr/>
        </p:nvSpPr>
        <p:spPr>
          <a:xfrm>
            <a:off x="1209440" y="1790273"/>
            <a:ext cx="10275334" cy="414644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lnSpc>
                <a:spcPct val="140000"/>
              </a:lnSpc>
              <a:spcAft>
                <a:spcPts val="0"/>
              </a:spcAft>
              <a:buFont typeface="Wingdings" panose="05000000000000000000" pitchFamily="2" charset="2"/>
              <a:buChar char="ü"/>
            </a:pPr>
            <a:r>
              <a:rPr lang="zh-CN" altLang="en-US" sz="2400" dirty="0">
                <a:latin typeface="微软雅黑" panose="020B0503020204020204" pitchFamily="34" charset="-122"/>
                <a:ea typeface="微软雅黑" panose="020B0503020204020204" pitchFamily="34" charset="-122"/>
              </a:rPr>
              <a:t>蓝桥杯全国软件和信息技术专业人才大赛（简称蓝桥杯）由工业和信息化部人才交流中心举办；</a:t>
            </a:r>
            <a:endParaRPr lang="en-US" altLang="zh-CN" sz="2400" dirty="0">
              <a:latin typeface="微软雅黑" panose="020B0503020204020204" pitchFamily="34" charset="-122"/>
              <a:ea typeface="微软雅黑" panose="020B0503020204020204" pitchFamily="34" charset="-122"/>
            </a:endParaRPr>
          </a:p>
          <a:p>
            <a:pPr fontAlgn="auto">
              <a:lnSpc>
                <a:spcPct val="140000"/>
              </a:lnSpc>
              <a:spcAft>
                <a:spcPts val="0"/>
              </a:spcAft>
              <a:buFont typeface="Wingdings" panose="05000000000000000000" pitchFamily="2" charset="2"/>
              <a:buChar char="ü"/>
            </a:pPr>
            <a:r>
              <a:rPr lang="zh-CN" altLang="en-US" sz="2400" dirty="0">
                <a:latin typeface="微软雅黑" panose="020B0503020204020204" pitchFamily="34" charset="-122"/>
                <a:ea typeface="微软雅黑" panose="020B0503020204020204" pitchFamily="34" charset="-122"/>
              </a:rPr>
              <a:t>中国参赛人数最多、影响最大的大学生计算机竞赛，到</a:t>
            </a:r>
            <a:r>
              <a:rPr lang="en-US" altLang="zh-CN" sz="2400" dirty="0">
                <a:latin typeface="微软雅黑" panose="020B0503020204020204" pitchFamily="34" charset="-122"/>
                <a:ea typeface="微软雅黑" panose="020B0503020204020204" pitchFamily="34" charset="-122"/>
              </a:rPr>
              <a:t>2024</a:t>
            </a:r>
            <a:r>
              <a:rPr lang="zh-CN" altLang="en-US" sz="2400" dirty="0">
                <a:latin typeface="微软雅黑" panose="020B0503020204020204" pitchFamily="34" charset="-122"/>
                <a:ea typeface="微软雅黑" panose="020B0503020204020204" pitchFamily="34" charset="-122"/>
              </a:rPr>
              <a:t>年已举办十五届；</a:t>
            </a:r>
            <a:endParaRPr lang="en-US" altLang="zh-CN" sz="2400" dirty="0">
              <a:latin typeface="微软雅黑" panose="020B0503020204020204" pitchFamily="34" charset="-122"/>
              <a:ea typeface="微软雅黑" panose="020B0503020204020204" pitchFamily="34" charset="-122"/>
            </a:endParaRPr>
          </a:p>
          <a:p>
            <a:pPr fontAlgn="auto">
              <a:lnSpc>
                <a:spcPct val="140000"/>
              </a:lnSpc>
              <a:spcAft>
                <a:spcPts val="0"/>
              </a:spcAft>
              <a:buFont typeface="Wingdings" panose="05000000000000000000" pitchFamily="2" charset="2"/>
              <a:buChar char="ü"/>
            </a:pPr>
            <a:r>
              <a:rPr lang="zh-CN" altLang="en-US" sz="2400" dirty="0">
                <a:latin typeface="微软雅黑" panose="020B0503020204020204" pitchFamily="34" charset="-122"/>
                <a:ea typeface="微软雅黑" panose="020B0503020204020204" pitchFamily="34" charset="-122"/>
              </a:rPr>
              <a:t>入选中国高等教育学会“全国普通高校大学生竞赛排行榜”榜单赛事和教育部“</a:t>
            </a:r>
            <a:r>
              <a:rPr lang="en-US" altLang="zh-CN" sz="2400" dirty="0">
                <a:latin typeface="微软雅黑" panose="020B0503020204020204" pitchFamily="34" charset="-122"/>
                <a:ea typeface="微软雅黑" panose="020B0503020204020204" pitchFamily="34" charset="-122"/>
              </a:rPr>
              <a:t>2022-2025</a:t>
            </a:r>
            <a:r>
              <a:rPr lang="zh-CN" altLang="en-US" sz="2400" dirty="0">
                <a:latin typeface="微软雅黑" panose="020B0503020204020204" pitchFamily="34" charset="-122"/>
                <a:ea typeface="微软雅黑" panose="020B0503020204020204" pitchFamily="34" charset="-122"/>
              </a:rPr>
              <a:t>学年面向中小学生的全国性竞赛活动名单”。  </a:t>
            </a:r>
          </a:p>
        </p:txBody>
      </p:sp>
    </p:spTree>
    <p:extLst>
      <p:ext uri="{BB962C8B-B14F-4D97-AF65-F5344CB8AC3E}">
        <p14:creationId xmlns:p14="http://schemas.microsoft.com/office/powerpoint/2010/main" val="3009913670"/>
      </p:ext>
    </p:extLst>
  </p:cSld>
  <p:clrMapOvr>
    <a:masterClrMapping/>
  </p:clrMapOvr>
  <mc:AlternateContent xmlns:mc="http://schemas.openxmlformats.org/markup-compatibility/2006" xmlns:p14="http://schemas.microsoft.com/office/powerpoint/2010/main">
    <mc:Choice Requires="p14">
      <p:transition spd="slow" p14:dur="2000" advTm="40017"/>
    </mc:Choice>
    <mc:Fallback xmlns="">
      <p:transition spd="slow" advTm="40017"/>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Rectangle 2"/>
          <p:cNvSpPr txBox="1">
            <a:spLocks noChangeArrowheads="1"/>
          </p:cNvSpPr>
          <p:nvPr/>
        </p:nvSpPr>
        <p:spPr>
          <a:xfrm>
            <a:off x="681165" y="401863"/>
            <a:ext cx="10454100" cy="886502"/>
          </a:xfrm>
          <a:prstGeom prst="rect">
            <a:avLst/>
          </a:prstGeom>
          <a:noFill/>
          <a:ln w="9525">
            <a:noFill/>
            <a:miter lim="800000"/>
          </a:ln>
        </p:spPr>
        <p:txBody>
          <a:bodyPr vert="horz" wrap="square" lIns="91440" tIns="45720" rIns="91440" bIns="45720" numCol="1" anchor="b" anchorCtr="0" compatLnSpc="1"/>
          <a:lstStyle>
            <a:defPPr>
              <a:defRPr lang="en-US"/>
            </a:defPPr>
            <a:lvl1pPr algn="ctr" eaLnBrk="0" hangingPunct="0">
              <a:defRPr sz="5000">
                <a:solidFill>
                  <a:srgbClr val="CC0000"/>
                </a:solidFill>
                <a:effectLst>
                  <a:outerShdw blurRad="38100" dist="38100" dir="2700000" algn="tl">
                    <a:srgbClr val="000000">
                      <a:alpha val="43137"/>
                    </a:srgbClr>
                  </a:outerShdw>
                </a:effectLst>
                <a:latin typeface="+mn-lt"/>
                <a:ea typeface="+mj-ea"/>
                <a:cs typeface="+mj-cs"/>
              </a:defRPr>
            </a:lvl1pPr>
            <a:lvl2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2pPr>
            <a:lvl3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3pPr>
            <a:lvl4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4pPr>
            <a:lvl5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5pPr>
            <a:lvl6pPr marL="4572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6pPr>
            <a:lvl7pPr marL="9144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7pPr>
            <a:lvl8pPr marL="13716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8pPr>
            <a:lvl9pPr marL="18288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9pPr>
          </a:lstStyle>
          <a:p>
            <a:pPr algn="l"/>
            <a:r>
              <a:rPr lang="zh-CN" altLang="en-US" sz="4000" dirty="0">
                <a:solidFill>
                  <a:srgbClr val="C00000"/>
                </a:solidFill>
                <a:effectLst/>
                <a:latin typeface="微软雅黑" panose="020B0503020204020204" pitchFamily="34" charset="-122"/>
                <a:ea typeface="微软雅黑" panose="020B0503020204020204" pitchFamily="34" charset="-122"/>
              </a:rPr>
              <a:t>蓝桥杯与软件能力培养</a:t>
            </a:r>
          </a:p>
        </p:txBody>
      </p:sp>
      <p:sp>
        <p:nvSpPr>
          <p:cNvPr id="2" name="灯片编号占位符 1">
            <a:extLst>
              <a:ext uri="{FF2B5EF4-FFF2-40B4-BE49-F238E27FC236}">
                <a16:creationId xmlns:a16="http://schemas.microsoft.com/office/drawing/2014/main" id="{DDCBB3D8-AE1A-4351-BDEB-2B350E4B0B05}"/>
              </a:ext>
            </a:extLst>
          </p:cNvPr>
          <p:cNvSpPr>
            <a:spLocks noGrp="1"/>
          </p:cNvSpPr>
          <p:nvPr>
            <p:ph type="sldNum" sz="quarter" idx="12"/>
          </p:nvPr>
        </p:nvSpPr>
        <p:spPr/>
        <p:txBody>
          <a:bodyPr vert="horz" lIns="91440" tIns="45720" rIns="91440" bIns="45720" rtlCol="0" anchor="ctr"/>
          <a:lstStyle/>
          <a:p>
            <a:fld id="{217794D7-36C4-4E93-AE7A-0CAF6AF174FC}" type="slidenum">
              <a:rPr lang="zh-CN" altLang="en-US" b="0" smtClean="0">
                <a:solidFill>
                  <a:schemeClr val="tx1"/>
                </a:solidFill>
              </a:rPr>
              <a:pPr/>
              <a:t>3</a:t>
            </a:fld>
            <a:endParaRPr lang="en-US" altLang="zh-CN" b="0" dirty="0">
              <a:solidFill>
                <a:schemeClr val="tx1"/>
              </a:solidFill>
            </a:endParaRPr>
          </a:p>
        </p:txBody>
      </p:sp>
      <p:sp>
        <p:nvSpPr>
          <p:cNvPr id="21" name="内容占位符 2"/>
          <p:cNvSpPr txBox="1">
            <a:spLocks/>
          </p:cNvSpPr>
          <p:nvPr/>
        </p:nvSpPr>
        <p:spPr>
          <a:xfrm>
            <a:off x="1056735" y="1790273"/>
            <a:ext cx="10428039" cy="414644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lnSpc>
                <a:spcPct val="140000"/>
              </a:lnSpc>
              <a:spcAft>
                <a:spcPts val="0"/>
              </a:spcAft>
              <a:buFont typeface="Wingdings" panose="05000000000000000000" pitchFamily="2" charset="2"/>
              <a:buChar char="ü"/>
            </a:pPr>
            <a:r>
              <a:rPr lang="zh-CN" altLang="en-US" sz="2400" dirty="0">
                <a:latin typeface="微软雅黑" panose="020B0503020204020204" pitchFamily="34" charset="-122"/>
                <a:ea typeface="微软雅黑" panose="020B0503020204020204" pitchFamily="34" charset="-122"/>
              </a:rPr>
              <a:t>程序员的核心能力：代码能力、思维和逻辑能力、算法设计能力、自主学习能力。</a:t>
            </a:r>
            <a:endParaRPr lang="en-US" altLang="zh-CN" sz="2400" dirty="0">
              <a:latin typeface="微软雅黑" panose="020B0503020204020204" pitchFamily="34" charset="-122"/>
              <a:ea typeface="微软雅黑" panose="020B0503020204020204" pitchFamily="34" charset="-122"/>
            </a:endParaRPr>
          </a:p>
          <a:p>
            <a:pPr fontAlgn="auto">
              <a:lnSpc>
                <a:spcPct val="140000"/>
              </a:lnSpc>
              <a:spcAft>
                <a:spcPts val="0"/>
              </a:spcAft>
              <a:buFont typeface="Wingdings" panose="05000000000000000000" pitchFamily="2" charset="2"/>
              <a:buChar char="ü"/>
            </a:pPr>
            <a:r>
              <a:rPr lang="zh-CN" altLang="en-US" sz="2400" dirty="0">
                <a:latin typeface="微软雅黑" panose="020B0503020204020204" pitchFamily="34" charset="-122"/>
                <a:ea typeface="微软雅黑" panose="020B0503020204020204" pitchFamily="34" charset="-122"/>
              </a:rPr>
              <a:t>这正是蓝桥杯考核的能力。</a:t>
            </a:r>
            <a:endParaRPr lang="en-US" altLang="zh-CN" sz="2400" dirty="0">
              <a:latin typeface="微软雅黑" panose="020B0503020204020204" pitchFamily="34" charset="-122"/>
              <a:ea typeface="微软雅黑" panose="020B0503020204020204" pitchFamily="34" charset="-122"/>
            </a:endParaRPr>
          </a:p>
          <a:p>
            <a:pPr fontAlgn="auto">
              <a:lnSpc>
                <a:spcPct val="140000"/>
              </a:lnSpc>
              <a:spcAft>
                <a:spcPts val="0"/>
              </a:spcAft>
              <a:buFont typeface="Wingdings" panose="05000000000000000000" pitchFamily="2" charset="2"/>
              <a:buChar char="ü"/>
            </a:pPr>
            <a:r>
              <a:rPr lang="zh-CN" altLang="en-US" sz="2400" dirty="0">
                <a:latin typeface="微软雅黑" panose="020B0503020204020204" pitchFamily="34" charset="-122"/>
                <a:ea typeface="微软雅黑" panose="020B0503020204020204" pitchFamily="34" charset="-122"/>
              </a:rPr>
              <a:t>蓝桥杯大赛：一项面向全国高校在校大学生的</a:t>
            </a:r>
            <a:r>
              <a:rPr lang="en-US" altLang="zh-CN" sz="2400" dirty="0">
                <a:latin typeface="微软雅黑" panose="020B0503020204020204" pitchFamily="34" charset="-122"/>
                <a:ea typeface="微软雅黑" panose="020B0503020204020204" pitchFamily="34" charset="-122"/>
              </a:rPr>
              <a:t>IT</a:t>
            </a:r>
            <a:r>
              <a:rPr lang="zh-CN" altLang="en-US" sz="2400" dirty="0">
                <a:latin typeface="微软雅黑" panose="020B0503020204020204" pitchFamily="34" charset="-122"/>
                <a:ea typeface="微软雅黑" panose="020B0503020204020204" pitchFamily="34" charset="-122"/>
              </a:rPr>
              <a:t>类学科竞赛，提升大学生创新思维，提高学生动手实践能力，为国家软件和信息技术产业输出高端人才。</a:t>
            </a:r>
          </a:p>
        </p:txBody>
      </p:sp>
    </p:spTree>
    <p:extLst>
      <p:ext uri="{BB962C8B-B14F-4D97-AF65-F5344CB8AC3E}">
        <p14:creationId xmlns:p14="http://schemas.microsoft.com/office/powerpoint/2010/main" val="3366353119"/>
      </p:ext>
    </p:extLst>
  </p:cSld>
  <p:clrMapOvr>
    <a:masterClrMapping/>
  </p:clrMapOvr>
  <mc:AlternateContent xmlns:mc="http://schemas.openxmlformats.org/markup-compatibility/2006" xmlns:p14="http://schemas.microsoft.com/office/powerpoint/2010/main">
    <mc:Choice Requires="p14">
      <p:transition spd="slow" p14:dur="2000" advTm="40017"/>
    </mc:Choice>
    <mc:Fallback xmlns="">
      <p:transition spd="slow" advTm="40017"/>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Rectangle 2"/>
          <p:cNvSpPr txBox="1">
            <a:spLocks noChangeArrowheads="1"/>
          </p:cNvSpPr>
          <p:nvPr/>
        </p:nvSpPr>
        <p:spPr>
          <a:xfrm>
            <a:off x="681165" y="401863"/>
            <a:ext cx="10454100" cy="886502"/>
          </a:xfrm>
          <a:prstGeom prst="rect">
            <a:avLst/>
          </a:prstGeom>
          <a:noFill/>
          <a:ln w="9525">
            <a:noFill/>
            <a:miter lim="800000"/>
          </a:ln>
        </p:spPr>
        <p:txBody>
          <a:bodyPr vert="horz" wrap="square" lIns="91440" tIns="45720" rIns="91440" bIns="45720" numCol="1" anchor="b" anchorCtr="0" compatLnSpc="1"/>
          <a:lstStyle>
            <a:defPPr>
              <a:defRPr lang="en-US"/>
            </a:defPPr>
            <a:lvl1pPr algn="ctr" eaLnBrk="0" hangingPunct="0">
              <a:defRPr sz="5000">
                <a:solidFill>
                  <a:srgbClr val="CC0000"/>
                </a:solidFill>
                <a:effectLst>
                  <a:outerShdw blurRad="38100" dist="38100" dir="2700000" algn="tl">
                    <a:srgbClr val="000000">
                      <a:alpha val="43137"/>
                    </a:srgbClr>
                  </a:outerShdw>
                </a:effectLst>
                <a:latin typeface="+mn-lt"/>
                <a:ea typeface="+mj-ea"/>
                <a:cs typeface="+mj-cs"/>
              </a:defRPr>
            </a:lvl1pPr>
            <a:lvl2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2pPr>
            <a:lvl3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3pPr>
            <a:lvl4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4pPr>
            <a:lvl5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5pPr>
            <a:lvl6pPr marL="4572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6pPr>
            <a:lvl7pPr marL="9144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7pPr>
            <a:lvl8pPr marL="13716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8pPr>
            <a:lvl9pPr marL="18288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9pPr>
          </a:lstStyle>
          <a:p>
            <a:pPr algn="l"/>
            <a:r>
              <a:rPr lang="zh-CN" altLang="en-US" sz="4000" dirty="0">
                <a:solidFill>
                  <a:srgbClr val="C00000"/>
                </a:solidFill>
                <a:effectLst/>
                <a:latin typeface="微软雅黑" panose="020B0503020204020204" pitchFamily="34" charset="-122"/>
                <a:ea typeface="微软雅黑" panose="020B0503020204020204" pitchFamily="34" charset="-122"/>
              </a:rPr>
              <a:t>参赛组别</a:t>
            </a:r>
          </a:p>
        </p:txBody>
      </p:sp>
      <p:sp>
        <p:nvSpPr>
          <p:cNvPr id="2" name="灯片编号占位符 1">
            <a:extLst>
              <a:ext uri="{FF2B5EF4-FFF2-40B4-BE49-F238E27FC236}">
                <a16:creationId xmlns:a16="http://schemas.microsoft.com/office/drawing/2014/main" id="{DDCBB3D8-AE1A-4351-BDEB-2B350E4B0B05}"/>
              </a:ext>
            </a:extLst>
          </p:cNvPr>
          <p:cNvSpPr>
            <a:spLocks noGrp="1"/>
          </p:cNvSpPr>
          <p:nvPr>
            <p:ph type="sldNum" sz="quarter" idx="12"/>
          </p:nvPr>
        </p:nvSpPr>
        <p:spPr/>
        <p:txBody>
          <a:bodyPr vert="horz" lIns="91440" tIns="45720" rIns="91440" bIns="45720" rtlCol="0" anchor="ctr"/>
          <a:lstStyle/>
          <a:p>
            <a:fld id="{217794D7-36C4-4E93-AE7A-0CAF6AF174FC}" type="slidenum">
              <a:rPr lang="zh-CN" altLang="en-US" b="0" smtClean="0">
                <a:solidFill>
                  <a:schemeClr val="tx1"/>
                </a:solidFill>
              </a:rPr>
              <a:pPr/>
              <a:t>4</a:t>
            </a:fld>
            <a:endParaRPr lang="en-US" altLang="zh-CN" b="0" dirty="0">
              <a:solidFill>
                <a:schemeClr val="tx1"/>
              </a:solidFill>
            </a:endParaRPr>
          </a:p>
        </p:txBody>
      </p:sp>
      <p:sp>
        <p:nvSpPr>
          <p:cNvPr id="21" name="内容占位符 2"/>
          <p:cNvSpPr txBox="1">
            <a:spLocks/>
          </p:cNvSpPr>
          <p:nvPr/>
        </p:nvSpPr>
        <p:spPr>
          <a:xfrm>
            <a:off x="1209440" y="1790273"/>
            <a:ext cx="10275334" cy="414644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ct val="140000"/>
              </a:lnSpc>
              <a:spcAft>
                <a:spcPts val="0"/>
              </a:spcAft>
              <a:buNone/>
            </a:pP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1</a:t>
            </a:r>
            <a:r>
              <a:rPr lang="zh-CN" altLang="en-US" sz="2400" dirty="0">
                <a:latin typeface="微软雅黑" panose="020B0503020204020204" pitchFamily="34" charset="-122"/>
                <a:ea typeface="微软雅黑" panose="020B0503020204020204" pitchFamily="34" charset="-122"/>
              </a:rPr>
              <a:t>）语言：</a:t>
            </a:r>
            <a:r>
              <a:rPr lang="en-US" altLang="zh-CN" sz="2400" dirty="0">
                <a:latin typeface="微软雅黑" panose="020B0503020204020204" pitchFamily="34" charset="-122"/>
                <a:ea typeface="微软雅黑" panose="020B0503020204020204" pitchFamily="34" charset="-122"/>
              </a:rPr>
              <a:t>C/C++</a:t>
            </a:r>
            <a:r>
              <a:rPr lang="zh-CN" altLang="en-US" sz="2400" dirty="0">
                <a:latin typeface="微软雅黑" panose="020B0503020204020204" pitchFamily="34" charset="-122"/>
                <a:ea typeface="微软雅黑" panose="020B0503020204020204" pitchFamily="34" charset="-122"/>
              </a:rPr>
              <a:t>程序设计、</a:t>
            </a:r>
            <a:r>
              <a:rPr lang="en-US" altLang="zh-CN" sz="2400" dirty="0">
                <a:latin typeface="微软雅黑" panose="020B0503020204020204" pitchFamily="34" charset="-122"/>
                <a:ea typeface="微软雅黑" panose="020B0503020204020204" pitchFamily="34" charset="-122"/>
              </a:rPr>
              <a:t>Java</a:t>
            </a:r>
            <a:r>
              <a:rPr lang="zh-CN" altLang="en-US" sz="2400" dirty="0">
                <a:latin typeface="微软雅黑" panose="020B0503020204020204" pitchFamily="34" charset="-122"/>
                <a:ea typeface="微软雅黑" panose="020B0503020204020204" pitchFamily="34" charset="-122"/>
              </a:rPr>
              <a:t>软件开发、</a:t>
            </a:r>
            <a:r>
              <a:rPr lang="en-US" altLang="zh-CN" sz="2400" dirty="0">
                <a:latin typeface="微软雅黑" panose="020B0503020204020204" pitchFamily="34" charset="-122"/>
                <a:ea typeface="微软雅黑" panose="020B0503020204020204" pitchFamily="34" charset="-122"/>
              </a:rPr>
              <a:t>Python</a:t>
            </a:r>
            <a:r>
              <a:rPr lang="zh-CN" altLang="en-US" sz="2400" dirty="0">
                <a:latin typeface="微软雅黑" panose="020B0503020204020204" pitchFamily="34" charset="-122"/>
                <a:ea typeface="微软雅黑" panose="020B0503020204020204" pitchFamily="34" charset="-122"/>
              </a:rPr>
              <a:t>程序设计。</a:t>
            </a:r>
            <a:endParaRPr lang="en-US" altLang="zh-CN" sz="2400" dirty="0">
              <a:latin typeface="微软雅黑" panose="020B0503020204020204" pitchFamily="34" charset="-122"/>
              <a:ea typeface="微软雅黑" panose="020B0503020204020204" pitchFamily="34" charset="-122"/>
            </a:endParaRPr>
          </a:p>
          <a:p>
            <a:pPr marL="0" indent="0" fontAlgn="auto">
              <a:lnSpc>
                <a:spcPct val="140000"/>
              </a:lnSpc>
              <a:spcAft>
                <a:spcPts val="0"/>
              </a:spcAft>
              <a:buNone/>
            </a:pP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2</a:t>
            </a:r>
            <a:r>
              <a:rPr lang="zh-CN" altLang="en-US" sz="2400" dirty="0">
                <a:latin typeface="微软雅黑" panose="020B0503020204020204" pitchFamily="34" charset="-122"/>
                <a:ea typeface="微软雅黑" panose="020B0503020204020204" pitchFamily="34" charset="-122"/>
              </a:rPr>
              <a:t>）院校：研究生组、大学</a:t>
            </a:r>
            <a:r>
              <a:rPr lang="en-US" altLang="zh-CN" sz="2400" dirty="0">
                <a:latin typeface="微软雅黑" panose="020B0503020204020204" pitchFamily="34" charset="-122"/>
                <a:ea typeface="微软雅黑" panose="020B0503020204020204" pitchFamily="34" charset="-122"/>
              </a:rPr>
              <a:t>A</a:t>
            </a:r>
            <a:r>
              <a:rPr lang="zh-CN" altLang="en-US" sz="2400" dirty="0">
                <a:latin typeface="微软雅黑" panose="020B0503020204020204" pitchFamily="34" charset="-122"/>
                <a:ea typeface="微软雅黑" panose="020B0503020204020204" pitchFamily="34" charset="-122"/>
              </a:rPr>
              <a:t>组、大学</a:t>
            </a:r>
            <a:r>
              <a:rPr lang="en-US" altLang="zh-CN" sz="2400" dirty="0">
                <a:latin typeface="微软雅黑" panose="020B0503020204020204" pitchFamily="34" charset="-122"/>
                <a:ea typeface="微软雅黑" panose="020B0503020204020204" pitchFamily="34" charset="-122"/>
              </a:rPr>
              <a:t>B</a:t>
            </a:r>
            <a:r>
              <a:rPr lang="zh-CN" altLang="en-US" sz="2400" dirty="0">
                <a:latin typeface="微软雅黑" panose="020B0503020204020204" pitchFamily="34" charset="-122"/>
                <a:ea typeface="微软雅黑" panose="020B0503020204020204" pitchFamily="34" charset="-122"/>
              </a:rPr>
              <a:t>组、大学</a:t>
            </a:r>
            <a:r>
              <a:rPr lang="en-US" altLang="zh-CN" sz="2400" dirty="0">
                <a:latin typeface="微软雅黑" panose="020B0503020204020204" pitchFamily="34" charset="-122"/>
                <a:ea typeface="微软雅黑" panose="020B0503020204020204" pitchFamily="34" charset="-122"/>
              </a:rPr>
              <a:t>C</a:t>
            </a:r>
            <a:r>
              <a:rPr lang="zh-CN" altLang="en-US" sz="2400" dirty="0">
                <a:latin typeface="微软雅黑" panose="020B0503020204020204" pitchFamily="34" charset="-122"/>
                <a:ea typeface="微软雅黑" panose="020B0503020204020204" pitchFamily="34" charset="-122"/>
              </a:rPr>
              <a:t>组。</a:t>
            </a:r>
            <a:endParaRPr lang="en-US" altLang="zh-CN" sz="2400" dirty="0">
              <a:latin typeface="微软雅黑" panose="020B0503020204020204" pitchFamily="34" charset="-122"/>
              <a:ea typeface="微软雅黑" panose="020B0503020204020204" pitchFamily="34" charset="-122"/>
            </a:endParaRPr>
          </a:p>
          <a:p>
            <a:pPr marL="0" indent="0" fontAlgn="auto">
              <a:lnSpc>
                <a:spcPct val="140000"/>
              </a:lnSpc>
              <a:spcAft>
                <a:spcPts val="0"/>
              </a:spcAft>
              <a:buNone/>
            </a:pPr>
            <a:endParaRPr lang="en-US" altLang="zh-CN" sz="2400" dirty="0">
              <a:latin typeface="微软雅黑" panose="020B0503020204020204" pitchFamily="34" charset="-122"/>
              <a:ea typeface="微软雅黑" panose="020B0503020204020204" pitchFamily="34" charset="-122"/>
            </a:endParaRPr>
          </a:p>
          <a:p>
            <a:pPr marL="0" indent="0" fontAlgn="auto">
              <a:lnSpc>
                <a:spcPct val="140000"/>
              </a:lnSpc>
              <a:spcAft>
                <a:spcPts val="0"/>
              </a:spcAft>
              <a:buNone/>
            </a:pPr>
            <a:r>
              <a:rPr lang="zh-CN" altLang="en-US" sz="2400" dirty="0">
                <a:latin typeface="微软雅黑" panose="020B0503020204020204" pitchFamily="34" charset="-122"/>
                <a:ea typeface="微软雅黑" panose="020B0503020204020204" pitchFamily="34" charset="-122"/>
              </a:rPr>
              <a:t>每位选手只能申请参加其中一种语言、一个院校。</a:t>
            </a:r>
          </a:p>
        </p:txBody>
      </p:sp>
    </p:spTree>
    <p:extLst>
      <p:ext uri="{BB962C8B-B14F-4D97-AF65-F5344CB8AC3E}">
        <p14:creationId xmlns:p14="http://schemas.microsoft.com/office/powerpoint/2010/main" val="1194318383"/>
      </p:ext>
    </p:extLst>
  </p:cSld>
  <p:clrMapOvr>
    <a:masterClrMapping/>
  </p:clrMapOvr>
  <mc:AlternateContent xmlns:mc="http://schemas.openxmlformats.org/markup-compatibility/2006" xmlns:p14="http://schemas.microsoft.com/office/powerpoint/2010/main">
    <mc:Choice Requires="p14">
      <p:transition spd="slow" p14:dur="2000" advTm="40017"/>
    </mc:Choice>
    <mc:Fallback xmlns="">
      <p:transition spd="slow" advTm="40017"/>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Rectangle 2"/>
          <p:cNvSpPr txBox="1">
            <a:spLocks noChangeArrowheads="1"/>
          </p:cNvSpPr>
          <p:nvPr/>
        </p:nvSpPr>
        <p:spPr>
          <a:xfrm>
            <a:off x="681165" y="401863"/>
            <a:ext cx="10454100" cy="886502"/>
          </a:xfrm>
          <a:prstGeom prst="rect">
            <a:avLst/>
          </a:prstGeom>
          <a:noFill/>
          <a:ln w="9525">
            <a:noFill/>
            <a:miter lim="800000"/>
          </a:ln>
        </p:spPr>
        <p:txBody>
          <a:bodyPr vert="horz" wrap="square" lIns="91440" tIns="45720" rIns="91440" bIns="45720" numCol="1" anchor="b" anchorCtr="0" compatLnSpc="1"/>
          <a:lstStyle>
            <a:defPPr>
              <a:defRPr lang="en-US"/>
            </a:defPPr>
            <a:lvl1pPr algn="ctr" eaLnBrk="0" hangingPunct="0">
              <a:defRPr sz="5000">
                <a:solidFill>
                  <a:srgbClr val="CC0000"/>
                </a:solidFill>
                <a:effectLst>
                  <a:outerShdw blurRad="38100" dist="38100" dir="2700000" algn="tl">
                    <a:srgbClr val="000000">
                      <a:alpha val="43137"/>
                    </a:srgbClr>
                  </a:outerShdw>
                </a:effectLst>
                <a:latin typeface="+mn-lt"/>
                <a:ea typeface="+mj-ea"/>
                <a:cs typeface="+mj-cs"/>
              </a:defRPr>
            </a:lvl1pPr>
            <a:lvl2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2pPr>
            <a:lvl3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3pPr>
            <a:lvl4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4pPr>
            <a:lvl5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5pPr>
            <a:lvl6pPr marL="4572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6pPr>
            <a:lvl7pPr marL="9144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7pPr>
            <a:lvl8pPr marL="13716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8pPr>
            <a:lvl9pPr marL="18288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9pPr>
          </a:lstStyle>
          <a:p>
            <a:pPr algn="l"/>
            <a:r>
              <a:rPr lang="zh-CN" altLang="en-US" sz="4000" dirty="0">
                <a:solidFill>
                  <a:srgbClr val="C00000"/>
                </a:solidFill>
                <a:effectLst/>
                <a:latin typeface="微软雅黑" panose="020B0503020204020204" pitchFamily="34" charset="-122"/>
                <a:ea typeface="微软雅黑" panose="020B0503020204020204" pitchFamily="34" charset="-122"/>
              </a:rPr>
              <a:t>赛程</a:t>
            </a:r>
          </a:p>
        </p:txBody>
      </p:sp>
      <p:sp>
        <p:nvSpPr>
          <p:cNvPr id="2" name="灯片编号占位符 1">
            <a:extLst>
              <a:ext uri="{FF2B5EF4-FFF2-40B4-BE49-F238E27FC236}">
                <a16:creationId xmlns:a16="http://schemas.microsoft.com/office/drawing/2014/main" id="{DDCBB3D8-AE1A-4351-BDEB-2B350E4B0B05}"/>
              </a:ext>
            </a:extLst>
          </p:cNvPr>
          <p:cNvSpPr>
            <a:spLocks noGrp="1"/>
          </p:cNvSpPr>
          <p:nvPr>
            <p:ph type="sldNum" sz="quarter" idx="12"/>
          </p:nvPr>
        </p:nvSpPr>
        <p:spPr/>
        <p:txBody>
          <a:bodyPr vert="horz" lIns="91440" tIns="45720" rIns="91440" bIns="45720" rtlCol="0" anchor="ctr"/>
          <a:lstStyle/>
          <a:p>
            <a:fld id="{217794D7-36C4-4E93-AE7A-0CAF6AF174FC}" type="slidenum">
              <a:rPr lang="zh-CN" altLang="en-US" b="0" smtClean="0">
                <a:solidFill>
                  <a:schemeClr val="tx1"/>
                </a:solidFill>
              </a:rPr>
              <a:pPr/>
              <a:t>5</a:t>
            </a:fld>
            <a:endParaRPr lang="en-US" altLang="zh-CN" b="0" dirty="0">
              <a:solidFill>
                <a:schemeClr val="tx1"/>
              </a:solidFill>
            </a:endParaRPr>
          </a:p>
        </p:txBody>
      </p:sp>
      <p:sp>
        <p:nvSpPr>
          <p:cNvPr id="21" name="内容占位符 2"/>
          <p:cNvSpPr txBox="1">
            <a:spLocks/>
          </p:cNvSpPr>
          <p:nvPr/>
        </p:nvSpPr>
        <p:spPr>
          <a:xfrm>
            <a:off x="1056735" y="1596540"/>
            <a:ext cx="10275334" cy="414644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lnSpc>
                <a:spcPct val="140000"/>
              </a:lnSpc>
              <a:spcAft>
                <a:spcPts val="0"/>
              </a:spcAft>
              <a:buFont typeface="Wingdings" panose="05000000000000000000" pitchFamily="2" charset="2"/>
              <a:buChar char="ü"/>
            </a:pPr>
            <a:r>
              <a:rPr lang="zh-CN" altLang="en-US" sz="2400" dirty="0">
                <a:latin typeface="微软雅黑" panose="020B0503020204020204" pitchFamily="34" charset="-122"/>
                <a:ea typeface="微软雅黑" panose="020B0503020204020204" pitchFamily="34" charset="-122"/>
              </a:rPr>
              <a:t>报名时间：每年的</a:t>
            </a:r>
            <a:r>
              <a:rPr lang="en-US" altLang="zh-CN" sz="2400" dirty="0">
                <a:latin typeface="微软雅黑" panose="020B0503020204020204" pitchFamily="34" charset="-122"/>
                <a:ea typeface="微软雅黑" panose="020B0503020204020204" pitchFamily="34" charset="-122"/>
              </a:rPr>
              <a:t>10</a:t>
            </a:r>
            <a:r>
              <a:rPr lang="zh-CN" altLang="en-US" sz="2400" dirty="0">
                <a:latin typeface="微软雅黑" panose="020B0503020204020204" pitchFamily="34" charset="-122"/>
                <a:ea typeface="微软雅黑" panose="020B0503020204020204" pitchFamily="34" charset="-122"/>
              </a:rPr>
              <a:t>月</a:t>
            </a:r>
            <a:r>
              <a:rPr lang="en-US" altLang="zh-CN" sz="2400" dirty="0">
                <a:latin typeface="微软雅黑" panose="020B0503020204020204" pitchFamily="34" charset="-122"/>
                <a:ea typeface="微软雅黑" panose="020B0503020204020204" pitchFamily="34" charset="-122"/>
              </a:rPr>
              <a:t>-12</a:t>
            </a:r>
            <a:r>
              <a:rPr lang="zh-CN" altLang="en-US" sz="2400" dirty="0">
                <a:latin typeface="微软雅黑" panose="020B0503020204020204" pitchFamily="34" charset="-122"/>
                <a:ea typeface="微软雅黑" panose="020B0503020204020204" pitchFamily="34" charset="-122"/>
              </a:rPr>
              <a:t>月。</a:t>
            </a:r>
            <a:endParaRPr lang="en-US" altLang="zh-CN" sz="2400" dirty="0">
              <a:latin typeface="微软雅黑" panose="020B0503020204020204" pitchFamily="34" charset="-122"/>
              <a:ea typeface="微软雅黑" panose="020B0503020204020204" pitchFamily="34" charset="-122"/>
            </a:endParaRPr>
          </a:p>
          <a:p>
            <a:pPr fontAlgn="auto">
              <a:lnSpc>
                <a:spcPct val="140000"/>
              </a:lnSpc>
              <a:spcAft>
                <a:spcPts val="0"/>
              </a:spcAft>
              <a:buFont typeface="Wingdings" panose="05000000000000000000" pitchFamily="2" charset="2"/>
              <a:buChar char="ü"/>
            </a:pPr>
            <a:r>
              <a:rPr lang="zh-CN" altLang="en-US" sz="2400" dirty="0">
                <a:latin typeface="微软雅黑" panose="020B0503020204020204" pitchFamily="34" charset="-122"/>
                <a:ea typeface="微软雅黑" panose="020B0503020204020204" pitchFamily="34" charset="-122"/>
              </a:rPr>
              <a:t>省赛：</a:t>
            </a:r>
            <a:r>
              <a:rPr lang="en-US" altLang="zh-CN" sz="2400" dirty="0">
                <a:latin typeface="微软雅黑" panose="020B0503020204020204" pitchFamily="34" charset="-122"/>
                <a:ea typeface="微软雅黑" panose="020B0503020204020204" pitchFamily="34" charset="-122"/>
              </a:rPr>
              <a:t>4</a:t>
            </a:r>
            <a:r>
              <a:rPr lang="zh-CN" altLang="en-US" sz="2400" dirty="0">
                <a:latin typeface="微软雅黑" panose="020B0503020204020204" pitchFamily="34" charset="-122"/>
                <a:ea typeface="微软雅黑" panose="020B0503020204020204" pitchFamily="34" charset="-122"/>
              </a:rPr>
              <a:t>月，分赛区比赛；省赛每个组别设置一、二、三等奖，原则上各奖项的比例为</a:t>
            </a:r>
            <a:r>
              <a:rPr lang="en-US" altLang="zh-CN" sz="2400" dirty="0">
                <a:solidFill>
                  <a:srgbClr val="0070C0"/>
                </a:solidFill>
                <a:latin typeface="微软雅黑" panose="020B0503020204020204" pitchFamily="34" charset="-122"/>
                <a:ea typeface="微软雅黑" panose="020B0503020204020204" pitchFamily="34" charset="-122"/>
              </a:rPr>
              <a:t>10%</a:t>
            </a:r>
            <a:r>
              <a:rPr lang="zh-CN" altLang="en-US" sz="2400" dirty="0">
                <a:solidFill>
                  <a:srgbClr val="0070C0"/>
                </a:solidFill>
                <a:latin typeface="微软雅黑" panose="020B0503020204020204" pitchFamily="34" charset="-122"/>
                <a:ea typeface="微软雅黑" panose="020B0503020204020204" pitchFamily="34" charset="-122"/>
              </a:rPr>
              <a:t>、</a:t>
            </a:r>
            <a:r>
              <a:rPr lang="en-US" altLang="zh-CN" sz="2400" dirty="0">
                <a:solidFill>
                  <a:srgbClr val="0070C0"/>
                </a:solidFill>
                <a:latin typeface="微软雅黑" panose="020B0503020204020204" pitchFamily="34" charset="-122"/>
                <a:ea typeface="微软雅黑" panose="020B0503020204020204" pitchFamily="34" charset="-122"/>
              </a:rPr>
              <a:t>20%</a:t>
            </a:r>
            <a:r>
              <a:rPr lang="zh-CN" altLang="en-US" sz="2400" dirty="0">
                <a:solidFill>
                  <a:srgbClr val="0070C0"/>
                </a:solidFill>
                <a:latin typeface="微软雅黑" panose="020B0503020204020204" pitchFamily="34" charset="-122"/>
                <a:ea typeface="微软雅黑" panose="020B0503020204020204" pitchFamily="34" charset="-122"/>
              </a:rPr>
              <a:t>、</a:t>
            </a:r>
            <a:r>
              <a:rPr lang="en-US" altLang="zh-CN" sz="2400" dirty="0">
                <a:solidFill>
                  <a:srgbClr val="0070C0"/>
                </a:solidFill>
                <a:latin typeface="微软雅黑" panose="020B0503020204020204" pitchFamily="34" charset="-122"/>
                <a:ea typeface="微软雅黑" panose="020B0503020204020204" pitchFamily="34" charset="-122"/>
              </a:rPr>
              <a:t>30%</a:t>
            </a:r>
            <a:r>
              <a:rPr lang="zh-CN" altLang="en-US" sz="2400" dirty="0">
                <a:latin typeface="微软雅黑" panose="020B0503020204020204" pitchFamily="34" charset="-122"/>
                <a:ea typeface="微软雅黑" panose="020B0503020204020204" pitchFamily="34" charset="-122"/>
              </a:rPr>
              <a:t>。</a:t>
            </a:r>
          </a:p>
          <a:p>
            <a:pPr fontAlgn="auto">
              <a:lnSpc>
                <a:spcPct val="140000"/>
              </a:lnSpc>
              <a:spcAft>
                <a:spcPts val="0"/>
              </a:spcAft>
              <a:buFont typeface="Wingdings" panose="05000000000000000000" pitchFamily="2" charset="2"/>
              <a:buChar char="ü"/>
            </a:pPr>
            <a:r>
              <a:rPr lang="zh-CN" altLang="en-US" sz="2400" dirty="0">
                <a:latin typeface="微软雅黑" panose="020B0503020204020204" pitchFamily="34" charset="-122"/>
                <a:ea typeface="微软雅黑" panose="020B0503020204020204" pitchFamily="34" charset="-122"/>
              </a:rPr>
              <a:t>决赛：</a:t>
            </a:r>
            <a:r>
              <a:rPr lang="en-US" altLang="zh-CN" sz="2400" dirty="0">
                <a:latin typeface="微软雅黑" panose="020B0503020204020204" pitchFamily="34" charset="-122"/>
                <a:ea typeface="微软雅黑" panose="020B0503020204020204" pitchFamily="34" charset="-122"/>
              </a:rPr>
              <a:t>6</a:t>
            </a:r>
            <a:r>
              <a:rPr lang="zh-CN" altLang="en-US" sz="2400" dirty="0">
                <a:latin typeface="微软雅黑" panose="020B0503020204020204" pitchFamily="34" charset="-122"/>
                <a:ea typeface="微软雅黑" panose="020B0503020204020204" pitchFamily="34" charset="-122"/>
              </a:rPr>
              <a:t>月，集中比赛。</a:t>
            </a:r>
            <a:endParaRPr lang="en-US" altLang="zh-CN" sz="2400" dirty="0">
              <a:latin typeface="微软雅黑" panose="020B0503020204020204" pitchFamily="34" charset="-122"/>
              <a:ea typeface="微软雅黑" panose="020B0503020204020204" pitchFamily="34" charset="-122"/>
            </a:endParaRPr>
          </a:p>
          <a:p>
            <a:pPr marL="0" indent="0" fontAlgn="auto">
              <a:lnSpc>
                <a:spcPct val="140000"/>
              </a:lnSpc>
              <a:spcAft>
                <a:spcPts val="0"/>
              </a:spcAft>
              <a:buNone/>
            </a:pPr>
            <a:endParaRPr lang="en-US" altLang="zh-CN" sz="2400" dirty="0">
              <a:latin typeface="微软雅黑" panose="020B0503020204020204" pitchFamily="34" charset="-122"/>
              <a:ea typeface="微软雅黑" panose="020B0503020204020204" pitchFamily="34" charset="-122"/>
            </a:endParaRPr>
          </a:p>
          <a:p>
            <a:pPr marL="0" indent="0" fontAlgn="auto">
              <a:lnSpc>
                <a:spcPct val="140000"/>
              </a:lnSpc>
              <a:spcAft>
                <a:spcPts val="0"/>
              </a:spcAft>
              <a:buNone/>
            </a:pPr>
            <a:r>
              <a:rPr lang="zh-CN" altLang="en-US" sz="2400" dirty="0">
                <a:latin typeface="微软雅黑" panose="020B0503020204020204" pitchFamily="34" charset="-122"/>
                <a:ea typeface="微软雅黑" panose="020B0503020204020204" pitchFamily="34" charset="-122"/>
              </a:rPr>
              <a:t>每次比赛时长</a:t>
            </a:r>
            <a:r>
              <a:rPr lang="en-US" altLang="zh-CN" sz="2400" dirty="0">
                <a:latin typeface="微软雅黑" panose="020B0503020204020204" pitchFamily="34" charset="-122"/>
                <a:ea typeface="微软雅黑" panose="020B0503020204020204" pitchFamily="34" charset="-122"/>
              </a:rPr>
              <a:t>4 </a:t>
            </a:r>
            <a:r>
              <a:rPr lang="zh-CN" altLang="en-US" sz="2400" dirty="0">
                <a:latin typeface="微软雅黑" panose="020B0503020204020204" pitchFamily="34" charset="-122"/>
                <a:ea typeface="微软雅黑" panose="020B0503020204020204" pitchFamily="34" charset="-122"/>
              </a:rPr>
              <a:t>小时，所有组别同时进行。</a:t>
            </a:r>
          </a:p>
        </p:txBody>
      </p:sp>
    </p:spTree>
    <p:extLst>
      <p:ext uri="{BB962C8B-B14F-4D97-AF65-F5344CB8AC3E}">
        <p14:creationId xmlns:p14="http://schemas.microsoft.com/office/powerpoint/2010/main" val="2020528129"/>
      </p:ext>
    </p:extLst>
  </p:cSld>
  <p:clrMapOvr>
    <a:masterClrMapping/>
  </p:clrMapOvr>
  <mc:AlternateContent xmlns:mc="http://schemas.openxmlformats.org/markup-compatibility/2006" xmlns:p14="http://schemas.microsoft.com/office/powerpoint/2010/main">
    <mc:Choice Requires="p14">
      <p:transition spd="slow" p14:dur="2000" advTm="131903"/>
    </mc:Choice>
    <mc:Fallback xmlns="">
      <p:transition spd="slow" advTm="131903"/>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Rectangle 2"/>
          <p:cNvSpPr txBox="1">
            <a:spLocks noChangeArrowheads="1"/>
          </p:cNvSpPr>
          <p:nvPr/>
        </p:nvSpPr>
        <p:spPr>
          <a:xfrm>
            <a:off x="681165" y="401863"/>
            <a:ext cx="10454100" cy="886502"/>
          </a:xfrm>
          <a:prstGeom prst="rect">
            <a:avLst/>
          </a:prstGeom>
          <a:noFill/>
          <a:ln w="9525">
            <a:noFill/>
            <a:miter lim="800000"/>
          </a:ln>
        </p:spPr>
        <p:txBody>
          <a:bodyPr vert="horz" wrap="square" lIns="91440" tIns="45720" rIns="91440" bIns="45720" numCol="1" anchor="b" anchorCtr="0" compatLnSpc="1"/>
          <a:lstStyle>
            <a:defPPr>
              <a:defRPr lang="en-US"/>
            </a:defPPr>
            <a:lvl1pPr algn="ctr" eaLnBrk="0" hangingPunct="0">
              <a:defRPr sz="5000">
                <a:solidFill>
                  <a:srgbClr val="CC0000"/>
                </a:solidFill>
                <a:effectLst>
                  <a:outerShdw blurRad="38100" dist="38100" dir="2700000" algn="tl">
                    <a:srgbClr val="000000">
                      <a:alpha val="43137"/>
                    </a:srgbClr>
                  </a:outerShdw>
                </a:effectLst>
                <a:latin typeface="+mn-lt"/>
                <a:ea typeface="+mj-ea"/>
                <a:cs typeface="+mj-cs"/>
              </a:defRPr>
            </a:lvl1pPr>
            <a:lvl2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2pPr>
            <a:lvl3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3pPr>
            <a:lvl4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4pPr>
            <a:lvl5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5pPr>
            <a:lvl6pPr marL="4572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6pPr>
            <a:lvl7pPr marL="9144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7pPr>
            <a:lvl8pPr marL="13716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8pPr>
            <a:lvl9pPr marL="18288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9pPr>
          </a:lstStyle>
          <a:p>
            <a:pPr algn="l"/>
            <a:r>
              <a:rPr lang="zh-CN" altLang="en-US" sz="4000" dirty="0">
                <a:solidFill>
                  <a:srgbClr val="C00000"/>
                </a:solidFill>
                <a:effectLst/>
                <a:latin typeface="微软雅黑" panose="020B0503020204020204" pitchFamily="34" charset="-122"/>
                <a:ea typeface="微软雅黑" panose="020B0503020204020204" pitchFamily="34" charset="-122"/>
              </a:rPr>
              <a:t>竞赛形式</a:t>
            </a:r>
          </a:p>
        </p:txBody>
      </p:sp>
      <p:sp>
        <p:nvSpPr>
          <p:cNvPr id="2" name="灯片编号占位符 1">
            <a:extLst>
              <a:ext uri="{FF2B5EF4-FFF2-40B4-BE49-F238E27FC236}">
                <a16:creationId xmlns:a16="http://schemas.microsoft.com/office/drawing/2014/main" id="{DDCBB3D8-AE1A-4351-BDEB-2B350E4B0B05}"/>
              </a:ext>
            </a:extLst>
          </p:cNvPr>
          <p:cNvSpPr>
            <a:spLocks noGrp="1"/>
          </p:cNvSpPr>
          <p:nvPr>
            <p:ph type="sldNum" sz="quarter" idx="12"/>
          </p:nvPr>
        </p:nvSpPr>
        <p:spPr/>
        <p:txBody>
          <a:bodyPr vert="horz" lIns="91440" tIns="45720" rIns="91440" bIns="45720" rtlCol="0" anchor="ctr"/>
          <a:lstStyle/>
          <a:p>
            <a:fld id="{217794D7-36C4-4E93-AE7A-0CAF6AF174FC}" type="slidenum">
              <a:rPr lang="zh-CN" altLang="en-US" b="0" smtClean="0">
                <a:solidFill>
                  <a:schemeClr val="tx1"/>
                </a:solidFill>
              </a:rPr>
              <a:pPr/>
              <a:t>6</a:t>
            </a:fld>
            <a:endParaRPr lang="en-US" altLang="zh-CN" b="0" dirty="0">
              <a:solidFill>
                <a:schemeClr val="tx1"/>
              </a:solidFill>
            </a:endParaRPr>
          </a:p>
        </p:txBody>
      </p:sp>
      <p:sp>
        <p:nvSpPr>
          <p:cNvPr id="21" name="内容占位符 2"/>
          <p:cNvSpPr txBox="1">
            <a:spLocks/>
          </p:cNvSpPr>
          <p:nvPr/>
        </p:nvSpPr>
        <p:spPr>
          <a:xfrm>
            <a:off x="1056735" y="1596540"/>
            <a:ext cx="10275334" cy="414644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lnSpc>
                <a:spcPct val="140000"/>
              </a:lnSpc>
              <a:spcAft>
                <a:spcPts val="0"/>
              </a:spcAft>
              <a:buFont typeface="Wingdings" panose="05000000000000000000" pitchFamily="2" charset="2"/>
              <a:buChar char="ü"/>
            </a:pPr>
            <a:r>
              <a:rPr lang="zh-CN" altLang="en-US" sz="2400" dirty="0">
                <a:latin typeface="微软雅黑" panose="020B0503020204020204" pitchFamily="34" charset="-122"/>
                <a:ea typeface="微软雅黑" panose="020B0503020204020204" pitchFamily="34" charset="-122"/>
              </a:rPr>
              <a:t>采用封闭、限时方式进行。</a:t>
            </a:r>
            <a:endParaRPr lang="en-US" altLang="zh-CN" sz="2400" dirty="0">
              <a:latin typeface="微软雅黑" panose="020B0503020204020204" pitchFamily="34" charset="-122"/>
              <a:ea typeface="微软雅黑" panose="020B0503020204020204" pitchFamily="34" charset="-122"/>
            </a:endParaRPr>
          </a:p>
          <a:p>
            <a:pPr fontAlgn="auto">
              <a:lnSpc>
                <a:spcPct val="140000"/>
              </a:lnSpc>
              <a:spcAft>
                <a:spcPts val="0"/>
              </a:spcAft>
              <a:buFont typeface="Wingdings" panose="05000000000000000000" pitchFamily="2" charset="2"/>
              <a:buChar char="ü"/>
            </a:pPr>
            <a:r>
              <a:rPr lang="zh-CN" altLang="en-US" sz="2400" dirty="0">
                <a:latin typeface="微软雅黑" panose="020B0503020204020204" pitchFamily="34" charset="-122"/>
                <a:ea typeface="微软雅黑" panose="020B0503020204020204" pitchFamily="34" charset="-122"/>
              </a:rPr>
              <a:t>选手机器通过局域网连接到各个考场的比赛服务器。</a:t>
            </a:r>
            <a:endParaRPr lang="en-US" altLang="zh-CN" sz="2400" dirty="0">
              <a:latin typeface="微软雅黑" panose="020B0503020204020204" pitchFamily="34" charset="-122"/>
              <a:ea typeface="微软雅黑" panose="020B0503020204020204" pitchFamily="34" charset="-122"/>
            </a:endParaRPr>
          </a:p>
          <a:p>
            <a:pPr fontAlgn="auto">
              <a:lnSpc>
                <a:spcPct val="140000"/>
              </a:lnSpc>
              <a:spcAft>
                <a:spcPts val="0"/>
              </a:spcAft>
              <a:buFont typeface="Wingdings" panose="05000000000000000000" pitchFamily="2" charset="2"/>
              <a:buChar char="ü"/>
            </a:pPr>
            <a:r>
              <a:rPr lang="zh-CN" altLang="en-US" sz="2400" dirty="0">
                <a:latin typeface="微软雅黑" panose="020B0503020204020204" pitchFamily="34" charset="-122"/>
                <a:ea typeface="微软雅黑" panose="020B0503020204020204" pitchFamily="34" charset="-122"/>
              </a:rPr>
              <a:t>选手答题过程中不允许访问互联网，也不允许使用本机以外的资源（如</a:t>
            </a:r>
            <a:r>
              <a:rPr lang="en-US" altLang="zh-CN" sz="2400" dirty="0">
                <a:latin typeface="微软雅黑" panose="020B0503020204020204" pitchFamily="34" charset="-122"/>
                <a:ea typeface="微软雅黑" panose="020B0503020204020204" pitchFamily="34" charset="-122"/>
              </a:rPr>
              <a:t>USB</a:t>
            </a:r>
            <a:r>
              <a:rPr lang="zh-CN" altLang="en-US" sz="2400" dirty="0">
                <a:latin typeface="微软雅黑" panose="020B0503020204020204" pitchFamily="34" charset="-122"/>
                <a:ea typeface="微软雅黑" panose="020B0503020204020204" pitchFamily="34" charset="-122"/>
              </a:rPr>
              <a:t>连接）。</a:t>
            </a:r>
            <a:endParaRPr lang="en-US" altLang="zh-CN" sz="2400" dirty="0">
              <a:latin typeface="微软雅黑" panose="020B0503020204020204" pitchFamily="34" charset="-122"/>
              <a:ea typeface="微软雅黑" panose="020B0503020204020204" pitchFamily="34" charset="-122"/>
            </a:endParaRPr>
          </a:p>
          <a:p>
            <a:pPr fontAlgn="auto">
              <a:lnSpc>
                <a:spcPct val="140000"/>
              </a:lnSpc>
              <a:spcAft>
                <a:spcPts val="0"/>
              </a:spcAft>
              <a:buFont typeface="Wingdings" panose="05000000000000000000" pitchFamily="2" charset="2"/>
              <a:buChar char="ü"/>
            </a:pPr>
            <a:r>
              <a:rPr lang="zh-CN" altLang="en-US" sz="2400" dirty="0">
                <a:latin typeface="微软雅黑" panose="020B0503020204020204" pitchFamily="34" charset="-122"/>
                <a:ea typeface="微软雅黑" panose="020B0503020204020204" pitchFamily="34" charset="-122"/>
              </a:rPr>
              <a:t>比赛系统以“服务器</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浏览器”方式发放试题、回收选手答案。选手将答案提交到比赛系统中，超过比赛时间将无法提交。</a:t>
            </a:r>
          </a:p>
        </p:txBody>
      </p:sp>
    </p:spTree>
    <p:extLst>
      <p:ext uri="{BB962C8B-B14F-4D97-AF65-F5344CB8AC3E}">
        <p14:creationId xmlns:p14="http://schemas.microsoft.com/office/powerpoint/2010/main" val="4265489133"/>
      </p:ext>
    </p:extLst>
  </p:cSld>
  <p:clrMapOvr>
    <a:masterClrMapping/>
  </p:clrMapOvr>
  <mc:AlternateContent xmlns:mc="http://schemas.openxmlformats.org/markup-compatibility/2006" xmlns:p14="http://schemas.microsoft.com/office/powerpoint/2010/main">
    <mc:Choice Requires="p14">
      <p:transition spd="slow" p14:dur="2000" advTm="32080"/>
    </mc:Choice>
    <mc:Fallback xmlns="">
      <p:transition spd="slow" advTm="3208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Rectangle 2"/>
          <p:cNvSpPr txBox="1">
            <a:spLocks noChangeArrowheads="1"/>
          </p:cNvSpPr>
          <p:nvPr/>
        </p:nvSpPr>
        <p:spPr>
          <a:xfrm>
            <a:off x="681165" y="401863"/>
            <a:ext cx="10454100" cy="886502"/>
          </a:xfrm>
          <a:prstGeom prst="rect">
            <a:avLst/>
          </a:prstGeom>
          <a:noFill/>
          <a:ln w="9525">
            <a:noFill/>
            <a:miter lim="800000"/>
          </a:ln>
        </p:spPr>
        <p:txBody>
          <a:bodyPr vert="horz" wrap="square" lIns="91440" tIns="45720" rIns="91440" bIns="45720" numCol="1" anchor="b" anchorCtr="0" compatLnSpc="1"/>
          <a:lstStyle>
            <a:defPPr>
              <a:defRPr lang="en-US"/>
            </a:defPPr>
            <a:lvl1pPr algn="ctr" eaLnBrk="0" hangingPunct="0">
              <a:defRPr sz="5000">
                <a:solidFill>
                  <a:srgbClr val="CC0000"/>
                </a:solidFill>
                <a:effectLst>
                  <a:outerShdw blurRad="38100" dist="38100" dir="2700000" algn="tl">
                    <a:srgbClr val="000000">
                      <a:alpha val="43137"/>
                    </a:srgbClr>
                  </a:outerShdw>
                </a:effectLst>
                <a:latin typeface="+mn-lt"/>
                <a:ea typeface="+mj-ea"/>
                <a:cs typeface="+mj-cs"/>
              </a:defRPr>
            </a:lvl1pPr>
            <a:lvl2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2pPr>
            <a:lvl3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3pPr>
            <a:lvl4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4pPr>
            <a:lvl5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5pPr>
            <a:lvl6pPr marL="4572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6pPr>
            <a:lvl7pPr marL="9144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7pPr>
            <a:lvl8pPr marL="13716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8pPr>
            <a:lvl9pPr marL="18288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9pPr>
          </a:lstStyle>
          <a:p>
            <a:pPr algn="l"/>
            <a:r>
              <a:rPr lang="zh-CN" altLang="en-US" sz="4000" dirty="0">
                <a:solidFill>
                  <a:srgbClr val="C00000"/>
                </a:solidFill>
                <a:effectLst/>
                <a:latin typeface="微软雅黑" panose="020B0503020204020204" pitchFamily="34" charset="-122"/>
                <a:ea typeface="微软雅黑" panose="020B0503020204020204" pitchFamily="34" charset="-122"/>
              </a:rPr>
              <a:t>试题形式：客观题</a:t>
            </a:r>
          </a:p>
        </p:txBody>
      </p:sp>
      <p:sp>
        <p:nvSpPr>
          <p:cNvPr id="2" name="灯片编号占位符 1">
            <a:extLst>
              <a:ext uri="{FF2B5EF4-FFF2-40B4-BE49-F238E27FC236}">
                <a16:creationId xmlns:a16="http://schemas.microsoft.com/office/drawing/2014/main" id="{DDCBB3D8-AE1A-4351-BDEB-2B350E4B0B05}"/>
              </a:ext>
            </a:extLst>
          </p:cNvPr>
          <p:cNvSpPr>
            <a:spLocks noGrp="1"/>
          </p:cNvSpPr>
          <p:nvPr>
            <p:ph type="sldNum" sz="quarter" idx="12"/>
          </p:nvPr>
        </p:nvSpPr>
        <p:spPr/>
        <p:txBody>
          <a:bodyPr vert="horz" lIns="91440" tIns="45720" rIns="91440" bIns="45720" rtlCol="0" anchor="ctr"/>
          <a:lstStyle/>
          <a:p>
            <a:fld id="{217794D7-36C4-4E93-AE7A-0CAF6AF174FC}" type="slidenum">
              <a:rPr lang="zh-CN" altLang="en-US" b="0" smtClean="0">
                <a:solidFill>
                  <a:schemeClr val="tx1"/>
                </a:solidFill>
              </a:rPr>
              <a:pPr/>
              <a:t>7</a:t>
            </a:fld>
            <a:endParaRPr lang="en-US" altLang="zh-CN" b="0" dirty="0">
              <a:solidFill>
                <a:schemeClr val="tx1"/>
              </a:solidFill>
            </a:endParaRPr>
          </a:p>
        </p:txBody>
      </p:sp>
      <p:sp>
        <p:nvSpPr>
          <p:cNvPr id="21" name="内容占位符 2"/>
          <p:cNvSpPr txBox="1">
            <a:spLocks/>
          </p:cNvSpPr>
          <p:nvPr/>
        </p:nvSpPr>
        <p:spPr>
          <a:xfrm>
            <a:off x="1056735" y="1596540"/>
            <a:ext cx="10275334" cy="4146448"/>
          </a:xfrm>
          <a:prstGeom prst="rect">
            <a:avLst/>
          </a:prstGeom>
        </p:spPr>
        <p:txBody>
          <a:bodyPr>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ct val="140000"/>
              </a:lnSpc>
              <a:spcAft>
                <a:spcPts val="0"/>
              </a:spcAft>
              <a:buNone/>
            </a:pPr>
            <a:r>
              <a:rPr lang="zh-CN" altLang="en-US" sz="2400" dirty="0">
                <a:solidFill>
                  <a:srgbClr val="0070C0"/>
                </a:solidFill>
                <a:latin typeface="微软雅黑" panose="020B0503020204020204" pitchFamily="34" charset="-122"/>
                <a:ea typeface="微软雅黑" panose="020B0503020204020204" pitchFamily="34" charset="-122"/>
              </a:rPr>
              <a:t>（</a:t>
            </a:r>
            <a:r>
              <a:rPr lang="en-US" altLang="zh-CN" sz="2400" dirty="0">
                <a:solidFill>
                  <a:srgbClr val="0070C0"/>
                </a:solidFill>
                <a:latin typeface="微软雅黑" panose="020B0503020204020204" pitchFamily="34" charset="-122"/>
                <a:ea typeface="微软雅黑" panose="020B0503020204020204" pitchFamily="34" charset="-122"/>
              </a:rPr>
              <a:t>1</a:t>
            </a:r>
            <a:r>
              <a:rPr lang="zh-CN" altLang="en-US" sz="2400" dirty="0">
                <a:solidFill>
                  <a:srgbClr val="0070C0"/>
                </a:solidFill>
                <a:latin typeface="微软雅黑" panose="020B0503020204020204" pitchFamily="34" charset="-122"/>
                <a:ea typeface="微软雅黑" panose="020B0503020204020204" pitchFamily="34" charset="-122"/>
              </a:rPr>
              <a:t>）填空。</a:t>
            </a:r>
            <a:r>
              <a:rPr lang="zh-CN" altLang="en-US" sz="2400" dirty="0">
                <a:latin typeface="微软雅黑" panose="020B0503020204020204" pitchFamily="34" charset="-122"/>
                <a:ea typeface="微软雅黑" panose="020B0503020204020204" pitchFamily="34" charset="-122"/>
              </a:rPr>
              <a:t>题目描述一个具有确定解的问题。要求选手对问题的解填空。不要求解题过程，不限制解题手段（可以使用任何开发语言或工具，甚至是手算），只要求填写最终的结果。最终的解是一个整数或者是一个字符串，最终的解可以使用</a:t>
            </a:r>
            <a:r>
              <a:rPr lang="en-US" altLang="zh-CN" sz="2400" dirty="0">
                <a:latin typeface="微软雅黑" panose="020B0503020204020204" pitchFamily="34" charset="-122"/>
                <a:ea typeface="微软雅黑" panose="020B0503020204020204" pitchFamily="34" charset="-122"/>
              </a:rPr>
              <a:t>ASCII</a:t>
            </a:r>
            <a:r>
              <a:rPr lang="zh-CN" altLang="en-US" sz="2400" dirty="0">
                <a:latin typeface="微软雅黑" panose="020B0503020204020204" pitchFamily="34" charset="-122"/>
                <a:ea typeface="微软雅黑" panose="020B0503020204020204" pitchFamily="34" charset="-122"/>
              </a:rPr>
              <a:t>字符表达。</a:t>
            </a:r>
            <a:endParaRPr lang="en-US" altLang="zh-CN" sz="2400" dirty="0">
              <a:latin typeface="微软雅黑" panose="020B0503020204020204" pitchFamily="34" charset="-122"/>
              <a:ea typeface="微软雅黑" panose="020B0503020204020204" pitchFamily="34" charset="-122"/>
            </a:endParaRPr>
          </a:p>
          <a:p>
            <a:pPr marL="0" indent="0" fontAlgn="auto">
              <a:lnSpc>
                <a:spcPct val="140000"/>
              </a:lnSpc>
              <a:spcAft>
                <a:spcPts val="0"/>
              </a:spcAft>
              <a:buNone/>
            </a:pPr>
            <a:r>
              <a:rPr lang="zh-CN" altLang="en-US" sz="2400" dirty="0">
                <a:solidFill>
                  <a:srgbClr val="0070C0"/>
                </a:solidFill>
                <a:latin typeface="微软雅黑" panose="020B0503020204020204" pitchFamily="34" charset="-122"/>
                <a:ea typeface="微软雅黑" panose="020B0503020204020204" pitchFamily="34" charset="-122"/>
              </a:rPr>
              <a:t>（</a:t>
            </a:r>
            <a:r>
              <a:rPr lang="en-US" altLang="zh-CN" sz="2400" dirty="0">
                <a:solidFill>
                  <a:srgbClr val="0070C0"/>
                </a:solidFill>
                <a:latin typeface="微软雅黑" panose="020B0503020204020204" pitchFamily="34" charset="-122"/>
                <a:ea typeface="微软雅黑" panose="020B0503020204020204" pitchFamily="34" charset="-122"/>
              </a:rPr>
              <a:t>2</a:t>
            </a:r>
            <a:r>
              <a:rPr lang="zh-CN" altLang="en-US" sz="2400" dirty="0">
                <a:solidFill>
                  <a:srgbClr val="0070C0"/>
                </a:solidFill>
                <a:latin typeface="微软雅黑" panose="020B0503020204020204" pitchFamily="34" charset="-122"/>
                <a:ea typeface="微软雅黑" panose="020B0503020204020204" pitchFamily="34" charset="-122"/>
              </a:rPr>
              <a:t>）程序设计。</a:t>
            </a:r>
            <a:r>
              <a:rPr lang="zh-CN" altLang="en-US" sz="2400" dirty="0">
                <a:latin typeface="微软雅黑" panose="020B0503020204020204" pitchFamily="34" charset="-122"/>
                <a:ea typeface="微软雅黑" panose="020B0503020204020204" pitchFamily="34" charset="-122"/>
              </a:rPr>
              <a:t>题目包含明确的问题描述、输入和输出格式，以及用于解释问题的样例数据。编程大题所涉及的问题一定是有明确客观的标准来判断结果是否正确，并可以通过程序对结果进行评判。选手应当根据问题描述，编写程序来解决问题，在评测时选手的程序应当从标准输入读入数据，并将最终的结果输出到标准输出中。</a:t>
            </a:r>
          </a:p>
        </p:txBody>
      </p:sp>
    </p:spTree>
    <p:extLst>
      <p:ext uri="{BB962C8B-B14F-4D97-AF65-F5344CB8AC3E}">
        <p14:creationId xmlns:p14="http://schemas.microsoft.com/office/powerpoint/2010/main" val="2279318165"/>
      </p:ext>
    </p:extLst>
  </p:cSld>
  <p:clrMapOvr>
    <a:masterClrMapping/>
  </p:clrMapOvr>
  <mc:AlternateContent xmlns:mc="http://schemas.openxmlformats.org/markup-compatibility/2006" xmlns:p14="http://schemas.microsoft.com/office/powerpoint/2010/main">
    <mc:Choice Requires="p14">
      <p:transition spd="slow" p14:dur="2000" advTm="63040"/>
    </mc:Choice>
    <mc:Fallback xmlns="">
      <p:transition spd="slow" advTm="6304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Rectangle 2"/>
          <p:cNvSpPr txBox="1">
            <a:spLocks noChangeArrowheads="1"/>
          </p:cNvSpPr>
          <p:nvPr/>
        </p:nvSpPr>
        <p:spPr>
          <a:xfrm>
            <a:off x="681165" y="401863"/>
            <a:ext cx="10454100" cy="886502"/>
          </a:xfrm>
          <a:prstGeom prst="rect">
            <a:avLst/>
          </a:prstGeom>
          <a:noFill/>
          <a:ln w="9525">
            <a:noFill/>
            <a:miter lim="800000"/>
          </a:ln>
        </p:spPr>
        <p:txBody>
          <a:bodyPr vert="horz" wrap="square" lIns="91440" tIns="45720" rIns="91440" bIns="45720" numCol="1" anchor="b" anchorCtr="0" compatLnSpc="1"/>
          <a:lstStyle>
            <a:defPPr>
              <a:defRPr lang="en-US"/>
            </a:defPPr>
            <a:lvl1pPr algn="ctr" eaLnBrk="0" hangingPunct="0">
              <a:defRPr sz="5000">
                <a:solidFill>
                  <a:srgbClr val="CC0000"/>
                </a:solidFill>
                <a:effectLst>
                  <a:outerShdw blurRad="38100" dist="38100" dir="2700000" algn="tl">
                    <a:srgbClr val="000000">
                      <a:alpha val="43137"/>
                    </a:srgbClr>
                  </a:outerShdw>
                </a:effectLst>
                <a:latin typeface="+mn-lt"/>
                <a:ea typeface="+mj-ea"/>
                <a:cs typeface="+mj-cs"/>
              </a:defRPr>
            </a:lvl1pPr>
            <a:lvl2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2pPr>
            <a:lvl3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3pPr>
            <a:lvl4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4pPr>
            <a:lvl5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5pPr>
            <a:lvl6pPr marL="4572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6pPr>
            <a:lvl7pPr marL="9144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7pPr>
            <a:lvl8pPr marL="13716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8pPr>
            <a:lvl9pPr marL="18288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9pPr>
          </a:lstStyle>
          <a:p>
            <a:pPr algn="l"/>
            <a:r>
              <a:rPr lang="zh-CN" altLang="en-US" sz="4000" dirty="0">
                <a:solidFill>
                  <a:srgbClr val="C00000"/>
                </a:solidFill>
                <a:effectLst/>
                <a:latin typeface="微软雅黑" panose="020B0503020204020204" pitchFamily="34" charset="-122"/>
                <a:ea typeface="微软雅黑" panose="020B0503020204020204" pitchFamily="34" charset="-122"/>
              </a:rPr>
              <a:t>评分</a:t>
            </a:r>
          </a:p>
        </p:txBody>
      </p:sp>
      <p:sp>
        <p:nvSpPr>
          <p:cNvPr id="2" name="灯片编号占位符 1">
            <a:extLst>
              <a:ext uri="{FF2B5EF4-FFF2-40B4-BE49-F238E27FC236}">
                <a16:creationId xmlns:a16="http://schemas.microsoft.com/office/drawing/2014/main" id="{DDCBB3D8-AE1A-4351-BDEB-2B350E4B0B05}"/>
              </a:ext>
            </a:extLst>
          </p:cNvPr>
          <p:cNvSpPr>
            <a:spLocks noGrp="1"/>
          </p:cNvSpPr>
          <p:nvPr>
            <p:ph type="sldNum" sz="quarter" idx="12"/>
          </p:nvPr>
        </p:nvSpPr>
        <p:spPr/>
        <p:txBody>
          <a:bodyPr vert="horz" lIns="91440" tIns="45720" rIns="91440" bIns="45720" rtlCol="0" anchor="ctr"/>
          <a:lstStyle/>
          <a:p>
            <a:fld id="{217794D7-36C4-4E93-AE7A-0CAF6AF174FC}" type="slidenum">
              <a:rPr lang="zh-CN" altLang="en-US" b="0" smtClean="0">
                <a:solidFill>
                  <a:schemeClr val="tx1"/>
                </a:solidFill>
              </a:rPr>
              <a:pPr/>
              <a:t>8</a:t>
            </a:fld>
            <a:endParaRPr lang="en-US" altLang="zh-CN" b="0" dirty="0">
              <a:solidFill>
                <a:schemeClr val="tx1"/>
              </a:solidFill>
            </a:endParaRPr>
          </a:p>
        </p:txBody>
      </p:sp>
      <p:sp>
        <p:nvSpPr>
          <p:cNvPr id="21" name="内容占位符 2"/>
          <p:cNvSpPr txBox="1">
            <a:spLocks/>
          </p:cNvSpPr>
          <p:nvPr/>
        </p:nvSpPr>
        <p:spPr>
          <a:xfrm>
            <a:off x="1056735" y="1596540"/>
            <a:ext cx="10275334" cy="414644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lnSpc>
                <a:spcPct val="140000"/>
              </a:lnSpc>
              <a:spcAft>
                <a:spcPts val="0"/>
              </a:spcAft>
              <a:buFont typeface="Wingdings" panose="05000000000000000000" pitchFamily="2" charset="2"/>
              <a:buChar char="ü"/>
            </a:pPr>
            <a:r>
              <a:rPr lang="zh-CN" altLang="en-US" sz="2400" dirty="0">
                <a:solidFill>
                  <a:srgbClr val="0070C0"/>
                </a:solidFill>
                <a:latin typeface="微软雅黑" panose="020B0503020204020204" pitchFamily="34" charset="-122"/>
                <a:ea typeface="微软雅黑" panose="020B0503020204020204" pitchFamily="34" charset="-122"/>
              </a:rPr>
              <a:t>结果填空题：</a:t>
            </a:r>
            <a:r>
              <a:rPr lang="zh-CN" altLang="en-US" sz="2400" dirty="0">
                <a:latin typeface="微软雅黑" panose="020B0503020204020204" pitchFamily="34" charset="-122"/>
                <a:ea typeface="微软雅黑" panose="020B0503020204020204" pitchFamily="34" charset="-122"/>
              </a:rPr>
              <a:t>保证只有唯一解，选手的结果只有和解完全相同才得分，出现格式错误或有多余内容时不得分。</a:t>
            </a:r>
          </a:p>
          <a:p>
            <a:pPr fontAlgn="auto">
              <a:lnSpc>
                <a:spcPct val="140000"/>
              </a:lnSpc>
              <a:spcAft>
                <a:spcPts val="0"/>
              </a:spcAft>
              <a:buFont typeface="Wingdings" panose="05000000000000000000" pitchFamily="2" charset="2"/>
              <a:buChar char="ü"/>
            </a:pPr>
            <a:r>
              <a:rPr lang="zh-CN" altLang="en-US" sz="2400" dirty="0">
                <a:solidFill>
                  <a:srgbClr val="0070C0"/>
                </a:solidFill>
                <a:latin typeface="微软雅黑" panose="020B0503020204020204" pitchFamily="34" charset="-122"/>
                <a:ea typeface="微软雅黑" panose="020B0503020204020204" pitchFamily="34" charset="-122"/>
              </a:rPr>
              <a:t>编程大题：</a:t>
            </a:r>
            <a:r>
              <a:rPr lang="zh-CN" altLang="en-US" sz="2400" dirty="0">
                <a:latin typeface="微软雅黑" panose="020B0503020204020204" pitchFamily="34" charset="-122"/>
                <a:ea typeface="微软雅黑" panose="020B0503020204020204" pitchFamily="34" charset="-122"/>
              </a:rPr>
              <a:t>评测系统将使用多个评测数据来测试程序。每个评测数据有对应的分数。选手所提交的程序将分别用每个评测数据作为输入来运行。对于某个评测数据，如果选手程序的输出与正确答案相匹配，则选手获得该评测数据的分数。</a:t>
            </a:r>
          </a:p>
        </p:txBody>
      </p:sp>
    </p:spTree>
    <p:extLst>
      <p:ext uri="{BB962C8B-B14F-4D97-AF65-F5344CB8AC3E}">
        <p14:creationId xmlns:p14="http://schemas.microsoft.com/office/powerpoint/2010/main" val="2659294061"/>
      </p:ext>
    </p:extLst>
  </p:cSld>
  <p:clrMapOvr>
    <a:masterClrMapping/>
  </p:clrMapOvr>
  <mc:AlternateContent xmlns:mc="http://schemas.openxmlformats.org/markup-compatibility/2006" xmlns:p14="http://schemas.microsoft.com/office/powerpoint/2010/main">
    <mc:Choice Requires="p14">
      <p:transition spd="slow" p14:dur="2000" advTm="63040"/>
    </mc:Choice>
    <mc:Fallback xmlns="">
      <p:transition spd="slow" advTm="6304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Rectangle 2"/>
          <p:cNvSpPr txBox="1">
            <a:spLocks noChangeArrowheads="1"/>
          </p:cNvSpPr>
          <p:nvPr/>
        </p:nvSpPr>
        <p:spPr>
          <a:xfrm>
            <a:off x="681165" y="401863"/>
            <a:ext cx="10454100" cy="886502"/>
          </a:xfrm>
          <a:prstGeom prst="rect">
            <a:avLst/>
          </a:prstGeom>
          <a:noFill/>
          <a:ln w="9525">
            <a:noFill/>
            <a:miter lim="800000"/>
          </a:ln>
        </p:spPr>
        <p:txBody>
          <a:bodyPr vert="horz" wrap="square" lIns="91440" tIns="45720" rIns="91440" bIns="45720" numCol="1" anchor="b" anchorCtr="0" compatLnSpc="1"/>
          <a:lstStyle>
            <a:defPPr>
              <a:defRPr lang="en-US"/>
            </a:defPPr>
            <a:lvl1pPr algn="ctr" eaLnBrk="0" hangingPunct="0">
              <a:defRPr sz="5000">
                <a:solidFill>
                  <a:srgbClr val="CC0000"/>
                </a:solidFill>
                <a:effectLst>
                  <a:outerShdw blurRad="38100" dist="38100" dir="2700000" algn="tl">
                    <a:srgbClr val="000000">
                      <a:alpha val="43137"/>
                    </a:srgbClr>
                  </a:outerShdw>
                </a:effectLst>
                <a:latin typeface="+mn-lt"/>
                <a:ea typeface="+mj-ea"/>
                <a:cs typeface="+mj-cs"/>
              </a:defRPr>
            </a:lvl1pPr>
            <a:lvl2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2pPr>
            <a:lvl3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3pPr>
            <a:lvl4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4pPr>
            <a:lvl5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5pPr>
            <a:lvl6pPr marL="4572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6pPr>
            <a:lvl7pPr marL="9144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7pPr>
            <a:lvl8pPr marL="13716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8pPr>
            <a:lvl9pPr marL="18288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9pPr>
          </a:lstStyle>
          <a:p>
            <a:pPr algn="l"/>
            <a:r>
              <a:rPr lang="zh-CN" altLang="en-US" sz="4000" dirty="0">
                <a:solidFill>
                  <a:srgbClr val="C00000"/>
                </a:solidFill>
                <a:effectLst/>
                <a:latin typeface="微软雅黑" panose="020B0503020204020204" pitchFamily="34" charset="-122"/>
                <a:ea typeface="微软雅黑" panose="020B0503020204020204" pitchFamily="34" charset="-122"/>
              </a:rPr>
              <a:t>结果填空题</a:t>
            </a:r>
          </a:p>
        </p:txBody>
      </p:sp>
      <p:sp>
        <p:nvSpPr>
          <p:cNvPr id="2" name="灯片编号占位符 1"/>
          <p:cNvSpPr>
            <a:spLocks noGrp="1"/>
          </p:cNvSpPr>
          <p:nvPr>
            <p:ph type="sldNum" sz="quarter" idx="12"/>
          </p:nvPr>
        </p:nvSpPr>
        <p:spPr/>
        <p:txBody>
          <a:bodyPr vert="horz" lIns="91440" tIns="45720" rIns="91440" bIns="45720" rtlCol="0" anchor="ctr"/>
          <a:lstStyle/>
          <a:p>
            <a:fld id="{217794D7-36C4-4E93-AE7A-0CAF6AF174FC}" type="slidenum">
              <a:rPr lang="zh-CN" altLang="en-US" b="0" smtClean="0">
                <a:solidFill>
                  <a:schemeClr val="tx1"/>
                </a:solidFill>
              </a:rPr>
              <a:t>9</a:t>
            </a:fld>
            <a:endParaRPr lang="en-US" altLang="zh-CN" b="0" dirty="0">
              <a:solidFill>
                <a:schemeClr val="tx1"/>
              </a:solidFill>
            </a:endParaRPr>
          </a:p>
        </p:txBody>
      </p:sp>
      <p:sp>
        <p:nvSpPr>
          <p:cNvPr id="21" name="内容占位符 2"/>
          <p:cNvSpPr txBox="1"/>
          <p:nvPr/>
        </p:nvSpPr>
        <p:spPr>
          <a:xfrm>
            <a:off x="1209440" y="1790273"/>
            <a:ext cx="10275334" cy="414644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lnSpc>
                <a:spcPct val="140000"/>
              </a:lnSpc>
              <a:spcAft>
                <a:spcPts val="0"/>
              </a:spcAft>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共</a:t>
            </a:r>
            <a:r>
              <a:rPr lang="en-US" altLang="zh-CN" sz="2400" dirty="0">
                <a:latin typeface="微软雅黑" panose="020B0503020204020204" pitchFamily="34" charset="-122"/>
                <a:ea typeface="微软雅黑" panose="020B0503020204020204" pitchFamily="34" charset="-122"/>
              </a:rPr>
              <a:t>2</a:t>
            </a:r>
            <a:r>
              <a:rPr lang="zh-CN" altLang="en-US" sz="2400" dirty="0">
                <a:latin typeface="微软雅黑" panose="020B0503020204020204" pitchFamily="34" charset="-122"/>
                <a:ea typeface="微软雅黑" panose="020B0503020204020204" pitchFamily="34" charset="-122"/>
              </a:rPr>
              <a:t>题，每题</a:t>
            </a:r>
            <a:r>
              <a:rPr lang="en-US" altLang="zh-CN" sz="2400" dirty="0">
                <a:latin typeface="微软雅黑" panose="020B0503020204020204" pitchFamily="34" charset="-122"/>
                <a:ea typeface="微软雅黑" panose="020B0503020204020204" pitchFamily="34" charset="-122"/>
              </a:rPr>
              <a:t>5</a:t>
            </a:r>
            <a:r>
              <a:rPr lang="zh-CN" altLang="en-US" sz="2400" dirty="0">
                <a:latin typeface="微软雅黑" panose="020B0503020204020204" pitchFamily="34" charset="-122"/>
                <a:ea typeface="微软雅黑" panose="020B0503020204020204" pitchFamily="34" charset="-122"/>
              </a:rPr>
              <a:t>分。</a:t>
            </a:r>
            <a:endParaRPr lang="en-US" altLang="zh-CN" sz="2400" dirty="0">
              <a:latin typeface="微软雅黑" panose="020B0503020204020204" pitchFamily="34" charset="-122"/>
              <a:ea typeface="微软雅黑" panose="020B0503020204020204" pitchFamily="34" charset="-122"/>
            </a:endParaRPr>
          </a:p>
          <a:p>
            <a:pPr fontAlgn="auto">
              <a:lnSpc>
                <a:spcPct val="140000"/>
              </a:lnSpc>
              <a:spcAft>
                <a:spcPts val="0"/>
              </a:spcAft>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填空题的分值占比很低，</a:t>
            </a:r>
            <a:r>
              <a:rPr lang="en-US" altLang="zh-CN" sz="2400" dirty="0">
                <a:latin typeface="微软雅黑" panose="020B0503020204020204" pitchFamily="34" charset="-122"/>
                <a:ea typeface="微软雅黑" panose="020B0503020204020204" pitchFamily="34" charset="-122"/>
              </a:rPr>
              <a:t>2023</a:t>
            </a:r>
            <a:r>
              <a:rPr lang="zh-CN" altLang="en-US" sz="2400" dirty="0">
                <a:latin typeface="微软雅黑" panose="020B0503020204020204" pitchFamily="34" charset="-122"/>
                <a:ea typeface="微软雅黑" panose="020B0503020204020204" pitchFamily="34" charset="-122"/>
              </a:rPr>
              <a:t>年前只占总分</a:t>
            </a:r>
            <a:r>
              <a:rPr lang="en-US" altLang="zh-CN" sz="2400" dirty="0">
                <a:latin typeface="微软雅黑" panose="020B0503020204020204" pitchFamily="34" charset="-122"/>
                <a:ea typeface="微软雅黑" panose="020B0503020204020204" pitchFamily="34" charset="-122"/>
              </a:rPr>
              <a:t>150</a:t>
            </a:r>
            <a:r>
              <a:rPr lang="zh-CN" altLang="en-US" sz="2400" dirty="0">
                <a:latin typeface="微软雅黑" panose="020B0503020204020204" pitchFamily="34" charset="-122"/>
                <a:ea typeface="微软雅黑" panose="020B0503020204020204" pitchFamily="34" charset="-122"/>
              </a:rPr>
              <a:t>分的</a:t>
            </a:r>
            <a:r>
              <a:rPr lang="en-US" altLang="zh-CN" sz="2400" dirty="0">
                <a:latin typeface="微软雅黑" panose="020B0503020204020204" pitchFamily="34" charset="-122"/>
                <a:ea typeface="微软雅黑" panose="020B0503020204020204" pitchFamily="34" charset="-122"/>
              </a:rPr>
              <a:t>10/150</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2024</a:t>
            </a:r>
            <a:r>
              <a:rPr lang="zh-CN" altLang="en-US" sz="2400" dirty="0">
                <a:latin typeface="微软雅黑" panose="020B0503020204020204" pitchFamily="34" charset="-122"/>
                <a:ea typeface="微软雅黑" panose="020B0503020204020204" pitchFamily="34" charset="-122"/>
              </a:rPr>
              <a:t>年占总分</a:t>
            </a:r>
            <a:r>
              <a:rPr lang="en-US" altLang="zh-CN" sz="2400" dirty="0">
                <a:latin typeface="微软雅黑" panose="020B0503020204020204" pitchFamily="34" charset="-122"/>
                <a:ea typeface="微软雅黑" panose="020B0503020204020204" pitchFamily="34" charset="-122"/>
              </a:rPr>
              <a:t>100</a:t>
            </a:r>
            <a:r>
              <a:rPr lang="zh-CN" altLang="en-US" sz="2400" dirty="0">
                <a:latin typeface="微软雅黑" panose="020B0503020204020204" pitchFamily="34" charset="-122"/>
                <a:ea typeface="微软雅黑" panose="020B0503020204020204" pitchFamily="34" charset="-122"/>
              </a:rPr>
              <a:t>分的</a:t>
            </a:r>
            <a:r>
              <a:rPr lang="en-US" altLang="zh-CN" sz="2400" dirty="0">
                <a:latin typeface="微软雅黑" panose="020B0503020204020204" pitchFamily="34" charset="-122"/>
                <a:ea typeface="微软雅黑" panose="020B0503020204020204" pitchFamily="34" charset="-122"/>
              </a:rPr>
              <a:t>10/100</a:t>
            </a:r>
            <a:r>
              <a:rPr lang="zh-CN" altLang="en-US"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a:p>
            <a:pPr fontAlgn="auto">
              <a:lnSpc>
                <a:spcPct val="140000"/>
              </a:lnSpc>
              <a:spcAft>
                <a:spcPts val="0"/>
              </a:spcAft>
              <a:buFont typeface="Wingdings" panose="05000000000000000000" pitchFamily="2" charset="2"/>
              <a:buChar char="Ø"/>
            </a:pPr>
            <a:r>
              <a:rPr lang="en-US" altLang="zh-CN" sz="2400" dirty="0">
                <a:latin typeface="微软雅黑" panose="020B0503020204020204" pitchFamily="34" charset="-122"/>
                <a:ea typeface="微软雅黑" panose="020B0503020204020204" pitchFamily="34" charset="-122"/>
              </a:rPr>
              <a:t>2023</a:t>
            </a:r>
            <a:r>
              <a:rPr lang="zh-CN" altLang="en-US" sz="2400" dirty="0">
                <a:latin typeface="微软雅黑" panose="020B0503020204020204" pitchFamily="34" charset="-122"/>
                <a:ea typeface="微软雅黑" panose="020B0503020204020204" pitchFamily="34" charset="-122"/>
              </a:rPr>
              <a:t>年第十四届省赛，绝大部分填空题都需要编程才能求解，仅仅靠手算是不够的。</a:t>
            </a:r>
            <a:r>
              <a:rPr lang="en-US" altLang="zh-CN" sz="2400" dirty="0">
                <a:latin typeface="微软雅黑" panose="020B0503020204020204" pitchFamily="34" charset="-122"/>
                <a:ea typeface="微软雅黑" panose="020B0503020204020204" pitchFamily="34" charset="-122"/>
              </a:rPr>
              <a:t>2024</a:t>
            </a:r>
            <a:r>
              <a:rPr lang="zh-CN" altLang="en-US" sz="2400" dirty="0">
                <a:latin typeface="微软雅黑" panose="020B0503020204020204" pitchFamily="34" charset="-122"/>
                <a:ea typeface="微软雅黑" panose="020B0503020204020204" pitchFamily="34" charset="-122"/>
              </a:rPr>
              <a:t>年第十五届省赛，填空题比上一年简单了一点。</a:t>
            </a:r>
          </a:p>
          <a:p>
            <a:pPr fontAlgn="auto">
              <a:lnSpc>
                <a:spcPct val="140000"/>
              </a:lnSpc>
              <a:spcAft>
                <a:spcPts val="0"/>
              </a:spcAft>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填空题的难度，一般比较简单，有时很难。</a:t>
            </a:r>
          </a:p>
        </p:txBody>
      </p:sp>
    </p:spTree>
  </p:cSld>
  <p:clrMapOvr>
    <a:masterClrMapping/>
  </p:clrMapOvr>
  <mc:AlternateContent xmlns:mc="http://schemas.openxmlformats.org/markup-compatibility/2006" xmlns:p14="http://schemas.microsoft.com/office/powerpoint/2010/main">
    <mc:Choice Requires="p14">
      <p:transition spd="slow" p14:dur="2000" advTm="92778"/>
    </mc:Choice>
    <mc:Fallback xmlns="">
      <p:transition spd="slow" advTm="92778"/>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F10867-EAF9-2B2A-6FF5-EA9FD65C1674}"/>
            </a:ext>
          </a:extLst>
        </p:cNvPr>
        <p:cNvGrpSpPr/>
        <p:nvPr/>
      </p:nvGrpSpPr>
      <p:grpSpPr>
        <a:xfrm>
          <a:off x="0" y="0"/>
          <a:ext cx="0" cy="0"/>
          <a:chOff x="0" y="0"/>
          <a:chExt cx="0" cy="0"/>
        </a:xfrm>
      </p:grpSpPr>
      <p:sp>
        <p:nvSpPr>
          <p:cNvPr id="57" name="Rectangle 2">
            <a:extLst>
              <a:ext uri="{FF2B5EF4-FFF2-40B4-BE49-F238E27FC236}">
                <a16:creationId xmlns:a16="http://schemas.microsoft.com/office/drawing/2014/main" id="{8C9BF92D-2DE4-EBD4-06F6-31521A076862}"/>
              </a:ext>
            </a:extLst>
          </p:cNvPr>
          <p:cNvSpPr txBox="1">
            <a:spLocks noChangeArrowheads="1"/>
          </p:cNvSpPr>
          <p:nvPr/>
        </p:nvSpPr>
        <p:spPr>
          <a:xfrm>
            <a:off x="681165" y="97063"/>
            <a:ext cx="10454100" cy="886502"/>
          </a:xfrm>
          <a:prstGeom prst="rect">
            <a:avLst/>
          </a:prstGeom>
          <a:noFill/>
          <a:ln w="9525">
            <a:noFill/>
            <a:miter lim="800000"/>
          </a:ln>
        </p:spPr>
        <p:txBody>
          <a:bodyPr vert="horz" wrap="square" lIns="91440" tIns="45720" rIns="91440" bIns="45720" numCol="1" anchor="b" anchorCtr="0" compatLnSpc="1"/>
          <a:lstStyle>
            <a:defPPr>
              <a:defRPr lang="en-US"/>
            </a:defPPr>
            <a:lvl1pPr algn="ctr" eaLnBrk="0" hangingPunct="0">
              <a:defRPr sz="5000">
                <a:solidFill>
                  <a:srgbClr val="CC0000"/>
                </a:solidFill>
                <a:effectLst>
                  <a:outerShdw blurRad="38100" dist="38100" dir="2700000" algn="tl">
                    <a:srgbClr val="000000">
                      <a:alpha val="43137"/>
                    </a:srgbClr>
                  </a:outerShdw>
                </a:effectLst>
                <a:latin typeface="+mn-lt"/>
                <a:ea typeface="+mj-ea"/>
                <a:cs typeface="+mj-cs"/>
              </a:defRPr>
            </a:lvl1pPr>
            <a:lvl2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2pPr>
            <a:lvl3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3pPr>
            <a:lvl4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4pPr>
            <a:lvl5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5pPr>
            <a:lvl6pPr marL="4572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6pPr>
            <a:lvl7pPr marL="9144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7pPr>
            <a:lvl8pPr marL="13716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8pPr>
            <a:lvl9pPr marL="18288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9pPr>
          </a:lstStyle>
          <a:p>
            <a:pPr algn="l"/>
            <a:r>
              <a:rPr lang="zh-CN" altLang="en-US" sz="4000" dirty="0">
                <a:solidFill>
                  <a:srgbClr val="C00000"/>
                </a:solidFill>
                <a:effectLst/>
                <a:latin typeface="微软雅黑" panose="020B0503020204020204" pitchFamily="34" charset="-122"/>
                <a:ea typeface="微软雅黑" panose="020B0503020204020204" pitchFamily="34" charset="-122"/>
              </a:rPr>
              <a:t>填空题：简单例子</a:t>
            </a:r>
          </a:p>
        </p:txBody>
      </p:sp>
      <p:sp>
        <p:nvSpPr>
          <p:cNvPr id="2" name="灯片编号占位符 1">
            <a:extLst>
              <a:ext uri="{FF2B5EF4-FFF2-40B4-BE49-F238E27FC236}">
                <a16:creationId xmlns:a16="http://schemas.microsoft.com/office/drawing/2014/main" id="{D4E47BB4-DB93-7B17-4586-91ABC09E7152}"/>
              </a:ext>
            </a:extLst>
          </p:cNvPr>
          <p:cNvSpPr>
            <a:spLocks noGrp="1"/>
          </p:cNvSpPr>
          <p:nvPr>
            <p:ph type="sldNum" sz="quarter" idx="12"/>
          </p:nvPr>
        </p:nvSpPr>
        <p:spPr/>
        <p:txBody>
          <a:bodyPr vert="horz" lIns="91440" tIns="45720" rIns="91440" bIns="45720" rtlCol="0" anchor="ctr"/>
          <a:lstStyle/>
          <a:p>
            <a:fld id="{217794D7-36C4-4E93-AE7A-0CAF6AF174FC}" type="slidenum">
              <a:rPr lang="zh-CN" altLang="en-US" b="0" smtClean="0">
                <a:solidFill>
                  <a:schemeClr val="tx1"/>
                </a:solidFill>
              </a:rPr>
              <a:t>10</a:t>
            </a:fld>
            <a:endParaRPr lang="en-US" altLang="zh-CN" b="0" dirty="0">
              <a:solidFill>
                <a:schemeClr val="tx1"/>
              </a:solidFill>
            </a:endParaRPr>
          </a:p>
        </p:txBody>
      </p:sp>
      <p:sp>
        <p:nvSpPr>
          <p:cNvPr id="21" name="内容占位符 2">
            <a:extLst>
              <a:ext uri="{FF2B5EF4-FFF2-40B4-BE49-F238E27FC236}">
                <a16:creationId xmlns:a16="http://schemas.microsoft.com/office/drawing/2014/main" id="{6E44CA72-378F-2A16-5754-27BE140E8B0F}"/>
              </a:ext>
            </a:extLst>
          </p:cNvPr>
          <p:cNvSpPr txBox="1"/>
          <p:nvPr/>
        </p:nvSpPr>
        <p:spPr>
          <a:xfrm>
            <a:off x="903605" y="1138555"/>
            <a:ext cx="10275570" cy="290004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ct val="140000"/>
              </a:lnSpc>
              <a:spcAft>
                <a:spcPts val="0"/>
              </a:spcAft>
              <a:buNone/>
            </a:pPr>
            <a:r>
              <a:rPr lang="en-US" altLang="zh-CN" sz="2400" dirty="0">
                <a:latin typeface="微软雅黑" panose="020B0503020204020204" pitchFamily="34" charset="-122"/>
                <a:ea typeface="微软雅黑" panose="020B0503020204020204" pitchFamily="34" charset="-122"/>
              </a:rPr>
              <a:t>2022</a:t>
            </a:r>
            <a:r>
              <a:rPr lang="zh-CN" altLang="en-US" sz="2400" dirty="0">
                <a:latin typeface="微软雅黑" panose="020B0503020204020204" pitchFamily="34" charset="-122"/>
                <a:ea typeface="微软雅黑" panose="020B0503020204020204" pitchFamily="34" charset="-122"/>
              </a:rPr>
              <a:t>年第十三届蓝桥杯省赛</a:t>
            </a:r>
            <a:r>
              <a:rPr lang="en-US" altLang="zh-CN" sz="2400" dirty="0">
                <a:latin typeface="微软雅黑" panose="020B0503020204020204" pitchFamily="34" charset="-122"/>
                <a:ea typeface="微软雅黑" panose="020B0503020204020204" pitchFamily="34" charset="-122"/>
              </a:rPr>
              <a:t>C/C++</a:t>
            </a:r>
            <a:r>
              <a:rPr lang="zh-CN" altLang="en-US" sz="2400" dirty="0">
                <a:latin typeface="微软雅黑" panose="020B0503020204020204" pitchFamily="34" charset="-122"/>
                <a:ea typeface="微软雅黑" panose="020B0503020204020204" pitchFamily="34" charset="-122"/>
              </a:rPr>
              <a:t>大学</a:t>
            </a:r>
            <a:r>
              <a:rPr lang="en-US" altLang="zh-CN" sz="2400" dirty="0">
                <a:latin typeface="微软雅黑" panose="020B0503020204020204" pitchFamily="34" charset="-122"/>
                <a:ea typeface="微软雅黑" panose="020B0503020204020204" pitchFamily="34" charset="-122"/>
              </a:rPr>
              <a:t>B</a:t>
            </a:r>
            <a:r>
              <a:rPr lang="zh-CN" altLang="en-US" sz="2400" dirty="0">
                <a:latin typeface="微软雅黑" panose="020B0503020204020204" pitchFamily="34" charset="-122"/>
                <a:ea typeface="微软雅黑" panose="020B0503020204020204" pitchFamily="34" charset="-122"/>
              </a:rPr>
              <a:t>组</a:t>
            </a:r>
            <a:r>
              <a:rPr lang="zh-CN" altLang="en-US" sz="2400" dirty="0">
                <a:solidFill>
                  <a:srgbClr val="0070C0"/>
                </a:solidFill>
                <a:latin typeface="微软雅黑" panose="020B0503020204020204" pitchFamily="34" charset="-122"/>
                <a:ea typeface="微软雅黑" panose="020B0503020204020204" pitchFamily="34" charset="-122"/>
                <a:sym typeface="+mn-ea"/>
              </a:rPr>
              <a:t>【</a:t>
            </a:r>
            <a:r>
              <a:rPr lang="en-US" altLang="zh-CN" sz="2400" dirty="0">
                <a:solidFill>
                  <a:srgbClr val="0070C0"/>
                </a:solidFill>
                <a:latin typeface="微软雅黑" panose="020B0503020204020204" pitchFamily="34" charset="-122"/>
                <a:ea typeface="微软雅黑" panose="020B0503020204020204" pitchFamily="34" charset="-122"/>
                <a:sym typeface="+mn-ea"/>
              </a:rPr>
              <a:t>lanqiaoOJ 2095</a:t>
            </a:r>
            <a:r>
              <a:rPr lang="zh-CN" altLang="en-US" sz="2400" dirty="0">
                <a:solidFill>
                  <a:srgbClr val="0070C0"/>
                </a:solidFill>
                <a:latin typeface="微软雅黑" panose="020B0503020204020204" pitchFamily="34" charset="-122"/>
                <a:ea typeface="微软雅黑" panose="020B0503020204020204" pitchFamily="34" charset="-122"/>
                <a:sym typeface="+mn-ea"/>
              </a:rPr>
              <a:t>】</a:t>
            </a:r>
            <a:endParaRPr lang="en-US" altLang="zh-CN" sz="2400" dirty="0">
              <a:latin typeface="微软雅黑" panose="020B0503020204020204" pitchFamily="34" charset="-122"/>
              <a:ea typeface="微软雅黑" panose="020B0503020204020204" pitchFamily="34" charset="-122"/>
            </a:endParaRPr>
          </a:p>
          <a:p>
            <a:pPr marL="0" indent="0" fontAlgn="auto">
              <a:lnSpc>
                <a:spcPct val="140000"/>
              </a:lnSpc>
              <a:spcAft>
                <a:spcPts val="0"/>
              </a:spcAft>
              <a:buNone/>
            </a:pPr>
            <a:r>
              <a:rPr lang="zh-CN" altLang="en-US" sz="2400" dirty="0">
                <a:latin typeface="微软雅黑" panose="020B0503020204020204" pitchFamily="34" charset="-122"/>
                <a:ea typeface="微软雅黑" panose="020B0503020204020204" pitchFamily="34" charset="-122"/>
              </a:rPr>
              <a:t>试题</a:t>
            </a:r>
            <a:r>
              <a:rPr lang="en-US" altLang="zh-CN" sz="2400" dirty="0">
                <a:latin typeface="微软雅黑" panose="020B0503020204020204" pitchFamily="34" charset="-122"/>
                <a:ea typeface="微软雅黑" panose="020B0503020204020204" pitchFamily="34" charset="-122"/>
              </a:rPr>
              <a:t>A</a:t>
            </a:r>
            <a:r>
              <a:rPr lang="zh-CN" altLang="en-US" sz="2400" dirty="0">
                <a:latin typeface="微软雅黑" panose="020B0503020204020204" pitchFamily="34" charset="-122"/>
                <a:ea typeface="微软雅黑" panose="020B0503020204020204" pitchFamily="34" charset="-122"/>
              </a:rPr>
              <a:t>：九进制转十进制</a:t>
            </a:r>
            <a:r>
              <a:rPr lang="en-US" altLang="zh-CN" sz="2400" dirty="0">
                <a:latin typeface="微软雅黑" panose="020B0503020204020204" pitchFamily="34" charset="-122"/>
                <a:ea typeface="微软雅黑" panose="020B0503020204020204" pitchFamily="34" charset="-122"/>
              </a:rPr>
              <a:t> </a:t>
            </a:r>
          </a:p>
          <a:p>
            <a:pPr marL="0" indent="0" fontAlgn="auto">
              <a:lnSpc>
                <a:spcPct val="140000"/>
              </a:lnSpc>
              <a:spcAft>
                <a:spcPts val="0"/>
              </a:spcAft>
              <a:buNone/>
            </a:pPr>
            <a:r>
              <a:rPr lang="zh-CN" altLang="en-US" sz="2400" dirty="0">
                <a:latin typeface="微软雅黑" panose="020B0503020204020204" pitchFamily="34" charset="-122"/>
                <a:ea typeface="微软雅黑" panose="020B0503020204020204" pitchFamily="34" charset="-122"/>
              </a:rPr>
              <a:t>问题描述：九进制正整数</a:t>
            </a:r>
            <a:r>
              <a:rPr lang="en-US" altLang="zh-CN" sz="2400" dirty="0">
                <a:latin typeface="微软雅黑" panose="020B0503020204020204" pitchFamily="34" charset="-122"/>
                <a:ea typeface="微软雅黑" panose="020B0503020204020204" pitchFamily="34" charset="-122"/>
              </a:rPr>
              <a:t>(2022) </a:t>
            </a:r>
            <a:r>
              <a:rPr lang="zh-CN" altLang="en-US" sz="2400" dirty="0">
                <a:latin typeface="微软雅黑" panose="020B0503020204020204" pitchFamily="34" charset="-122"/>
                <a:ea typeface="微软雅黑" panose="020B0503020204020204" pitchFamily="34" charset="-122"/>
              </a:rPr>
              <a:t>转换成十进制等于多少？</a:t>
            </a:r>
            <a:endParaRPr lang="en-US" altLang="zh-CN" sz="2400" dirty="0">
              <a:latin typeface="微软雅黑" panose="020B0503020204020204" pitchFamily="34" charset="-122"/>
              <a:ea typeface="微软雅黑" panose="020B0503020204020204" pitchFamily="34" charset="-122"/>
            </a:endParaRPr>
          </a:p>
          <a:p>
            <a:pPr marL="0" indent="0" fontAlgn="auto">
              <a:lnSpc>
                <a:spcPct val="140000"/>
              </a:lnSpc>
              <a:spcAft>
                <a:spcPts val="0"/>
              </a:spcAft>
              <a:buNone/>
            </a:pPr>
            <a:endParaRPr lang="zh-CN" altLang="en-US" sz="2400" dirty="0">
              <a:solidFill>
                <a:srgbClr val="0070C0"/>
              </a:solidFill>
              <a:latin typeface="微软雅黑" panose="020B0503020204020204" pitchFamily="34" charset="-122"/>
              <a:ea typeface="微软雅黑" panose="020B0503020204020204" pitchFamily="34" charset="-122"/>
            </a:endParaRPr>
          </a:p>
          <a:p>
            <a:pPr marL="0" indent="0" fontAlgn="auto">
              <a:lnSpc>
                <a:spcPct val="140000"/>
              </a:lnSpc>
              <a:spcAft>
                <a:spcPts val="0"/>
              </a:spcAft>
              <a:buNone/>
            </a:pPr>
            <a:endParaRPr lang="zh-CN" altLang="en-US" sz="2400" dirty="0">
              <a:solidFill>
                <a:srgbClr val="0070C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212684120"/>
      </p:ext>
    </p:extLst>
  </p:cSld>
  <p:clrMapOvr>
    <a:masterClrMapping/>
  </p:clrMapOvr>
  <mc:AlternateContent xmlns:mc="http://schemas.openxmlformats.org/markup-compatibility/2006" xmlns:p14="http://schemas.microsoft.com/office/powerpoint/2010/main">
    <mc:Choice Requires="p14">
      <p:transition spd="slow" p14:dur="2000" advTm="34072"/>
    </mc:Choice>
    <mc:Fallback xmlns="">
      <p:transition spd="slow" advTm="34072"/>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Rectangle 2"/>
          <p:cNvSpPr txBox="1">
            <a:spLocks noChangeArrowheads="1"/>
          </p:cNvSpPr>
          <p:nvPr/>
        </p:nvSpPr>
        <p:spPr>
          <a:xfrm>
            <a:off x="681165" y="97063"/>
            <a:ext cx="10454100" cy="886502"/>
          </a:xfrm>
          <a:prstGeom prst="rect">
            <a:avLst/>
          </a:prstGeom>
          <a:noFill/>
          <a:ln w="9525">
            <a:noFill/>
            <a:miter lim="800000"/>
          </a:ln>
        </p:spPr>
        <p:txBody>
          <a:bodyPr vert="horz" wrap="square" lIns="91440" tIns="45720" rIns="91440" bIns="45720" numCol="1" anchor="b" anchorCtr="0" compatLnSpc="1"/>
          <a:lstStyle>
            <a:defPPr>
              <a:defRPr lang="en-US"/>
            </a:defPPr>
            <a:lvl1pPr algn="ctr" eaLnBrk="0" hangingPunct="0">
              <a:defRPr sz="5000">
                <a:solidFill>
                  <a:srgbClr val="CC0000"/>
                </a:solidFill>
                <a:effectLst>
                  <a:outerShdw blurRad="38100" dist="38100" dir="2700000" algn="tl">
                    <a:srgbClr val="000000">
                      <a:alpha val="43137"/>
                    </a:srgbClr>
                  </a:outerShdw>
                </a:effectLst>
                <a:latin typeface="+mn-lt"/>
                <a:ea typeface="+mj-ea"/>
                <a:cs typeface="+mj-cs"/>
              </a:defRPr>
            </a:lvl1pPr>
            <a:lvl2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2pPr>
            <a:lvl3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3pPr>
            <a:lvl4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4pPr>
            <a:lvl5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5pPr>
            <a:lvl6pPr marL="4572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6pPr>
            <a:lvl7pPr marL="9144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7pPr>
            <a:lvl8pPr marL="13716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8pPr>
            <a:lvl9pPr marL="18288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9pPr>
          </a:lstStyle>
          <a:p>
            <a:pPr algn="l"/>
            <a:r>
              <a:rPr lang="zh-CN" altLang="en-US" sz="4000" dirty="0">
                <a:solidFill>
                  <a:srgbClr val="C00000"/>
                </a:solidFill>
                <a:effectLst/>
                <a:latin typeface="微软雅黑" panose="020B0503020204020204" pitchFamily="34" charset="-122"/>
                <a:ea typeface="微软雅黑" panose="020B0503020204020204" pitchFamily="34" charset="-122"/>
              </a:rPr>
              <a:t>填空题：简单例子</a:t>
            </a:r>
          </a:p>
        </p:txBody>
      </p:sp>
      <p:sp>
        <p:nvSpPr>
          <p:cNvPr id="2" name="灯片编号占位符 1"/>
          <p:cNvSpPr>
            <a:spLocks noGrp="1"/>
          </p:cNvSpPr>
          <p:nvPr>
            <p:ph type="sldNum" sz="quarter" idx="12"/>
          </p:nvPr>
        </p:nvSpPr>
        <p:spPr/>
        <p:txBody>
          <a:bodyPr vert="horz" lIns="91440" tIns="45720" rIns="91440" bIns="45720" rtlCol="0" anchor="ctr"/>
          <a:lstStyle/>
          <a:p>
            <a:fld id="{217794D7-36C4-4E93-AE7A-0CAF6AF174FC}" type="slidenum">
              <a:rPr lang="zh-CN" altLang="en-US" b="0" smtClean="0">
                <a:solidFill>
                  <a:schemeClr val="tx1"/>
                </a:solidFill>
              </a:rPr>
              <a:t>11</a:t>
            </a:fld>
            <a:endParaRPr lang="en-US" altLang="zh-CN" b="0" dirty="0">
              <a:solidFill>
                <a:schemeClr val="tx1"/>
              </a:solidFill>
            </a:endParaRPr>
          </a:p>
        </p:txBody>
      </p:sp>
      <p:sp>
        <p:nvSpPr>
          <p:cNvPr id="21" name="内容占位符 2"/>
          <p:cNvSpPr txBox="1"/>
          <p:nvPr/>
        </p:nvSpPr>
        <p:spPr>
          <a:xfrm>
            <a:off x="412115" y="1138555"/>
            <a:ext cx="10767060" cy="137033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ct val="140000"/>
              </a:lnSpc>
              <a:spcAft>
                <a:spcPts val="0"/>
              </a:spcAft>
              <a:buNone/>
            </a:pPr>
            <a:r>
              <a:rPr lang="zh-CN" altLang="en-US" sz="2400" dirty="0">
                <a:solidFill>
                  <a:srgbClr val="0070C0"/>
                </a:solidFill>
                <a:latin typeface="微软雅黑" panose="020B0503020204020204" pitchFamily="34" charset="-122"/>
                <a:ea typeface="微软雅黑" panose="020B0503020204020204" pitchFamily="34" charset="-122"/>
              </a:rPr>
              <a:t>https://www.lanqiao.cn/</a:t>
            </a:r>
            <a:r>
              <a:rPr lang="en-US" altLang="zh-CN" sz="2400" dirty="0">
                <a:solidFill>
                  <a:srgbClr val="0070C0"/>
                </a:solidFill>
                <a:latin typeface="微软雅黑" panose="020B0503020204020204" pitchFamily="34" charset="-122"/>
                <a:ea typeface="微软雅黑" panose="020B0503020204020204" pitchFamily="34" charset="-122"/>
              </a:rPr>
              <a:t>-</a:t>
            </a:r>
            <a:r>
              <a:rPr lang="zh-CN" altLang="en-US" sz="2400" dirty="0">
                <a:solidFill>
                  <a:srgbClr val="0070C0"/>
                </a:solidFill>
                <a:latin typeface="微软雅黑" panose="020B0503020204020204" pitchFamily="34" charset="-122"/>
                <a:ea typeface="微软雅黑" panose="020B0503020204020204" pitchFamily="34" charset="-122"/>
              </a:rPr>
              <a:t>学习</a:t>
            </a:r>
            <a:r>
              <a:rPr lang="en-US" altLang="zh-CN" sz="2400" dirty="0">
                <a:solidFill>
                  <a:srgbClr val="0070C0"/>
                </a:solidFill>
                <a:latin typeface="微软雅黑" panose="020B0503020204020204" pitchFamily="34" charset="-122"/>
                <a:ea typeface="微软雅黑" panose="020B0503020204020204" pitchFamily="34" charset="-122"/>
              </a:rPr>
              <a:t>-</a:t>
            </a:r>
            <a:r>
              <a:rPr lang="zh-CN" altLang="en-US" sz="2400" dirty="0">
                <a:solidFill>
                  <a:srgbClr val="0070C0"/>
                </a:solidFill>
                <a:latin typeface="微软雅黑" panose="020B0503020204020204" pitchFamily="34" charset="-122"/>
                <a:ea typeface="微软雅黑" panose="020B0503020204020204" pitchFamily="34" charset="-122"/>
              </a:rPr>
              <a:t>题库</a:t>
            </a:r>
            <a:r>
              <a:rPr lang="en-US" altLang="zh-CN" sz="2400" dirty="0">
                <a:solidFill>
                  <a:srgbClr val="0070C0"/>
                </a:solidFill>
                <a:latin typeface="微软雅黑" panose="020B0503020204020204" pitchFamily="34" charset="-122"/>
                <a:ea typeface="微软雅黑" panose="020B0503020204020204" pitchFamily="34" charset="-122"/>
              </a:rPr>
              <a:t>-</a:t>
            </a:r>
            <a:r>
              <a:rPr lang="zh-CN" altLang="en-US" sz="2400" dirty="0">
                <a:solidFill>
                  <a:srgbClr val="0070C0"/>
                </a:solidFill>
                <a:latin typeface="微软雅黑" panose="020B0503020204020204" pitchFamily="34" charset="-122"/>
                <a:ea typeface="微软雅黑" panose="020B0503020204020204" pitchFamily="34" charset="-122"/>
              </a:rPr>
              <a:t>题目编号</a:t>
            </a:r>
            <a:r>
              <a:rPr lang="en-US" altLang="zh-CN" sz="2400" dirty="0">
                <a:solidFill>
                  <a:srgbClr val="0070C0"/>
                </a:solidFill>
                <a:latin typeface="微软雅黑" panose="020B0503020204020204" pitchFamily="34" charset="-122"/>
                <a:ea typeface="微软雅黑" panose="020B0503020204020204" pitchFamily="34" charset="-122"/>
              </a:rPr>
              <a:t>-2095-</a:t>
            </a:r>
            <a:r>
              <a:rPr lang="zh-CN" altLang="en-US" sz="2400" dirty="0">
                <a:solidFill>
                  <a:srgbClr val="0070C0"/>
                </a:solidFill>
                <a:latin typeface="微软雅黑" panose="020B0503020204020204" pitchFamily="34" charset="-122"/>
                <a:ea typeface="微软雅黑" panose="020B0503020204020204" pitchFamily="34" charset="-122"/>
              </a:rPr>
              <a:t>开始挑战</a:t>
            </a:r>
            <a:r>
              <a:rPr lang="en-US" altLang="zh-CN" sz="2400" dirty="0">
                <a:solidFill>
                  <a:srgbClr val="0070C0"/>
                </a:solidFill>
                <a:latin typeface="微软雅黑" panose="020B0503020204020204" pitchFamily="34" charset="-122"/>
                <a:ea typeface="微软雅黑" panose="020B0503020204020204" pitchFamily="34" charset="-122"/>
              </a:rPr>
              <a:t>  </a:t>
            </a:r>
          </a:p>
          <a:p>
            <a:pPr marL="0" indent="0" fontAlgn="auto">
              <a:lnSpc>
                <a:spcPct val="140000"/>
              </a:lnSpc>
              <a:spcAft>
                <a:spcPts val="0"/>
              </a:spcAft>
              <a:buNone/>
            </a:pPr>
            <a:r>
              <a:rPr lang="en-US" altLang="zh-CN" sz="1800" dirty="0">
                <a:solidFill>
                  <a:srgbClr val="0070C0"/>
                </a:solidFill>
                <a:latin typeface="微软雅黑" panose="020B0503020204020204" pitchFamily="34" charset="-122"/>
                <a:ea typeface="微软雅黑" panose="020B0503020204020204" pitchFamily="34" charset="-122"/>
                <a:hlinkClick r:id="rId2"/>
              </a:rPr>
              <a:t>https://www.lanqiao.cn/problems/2095/learning/</a:t>
            </a:r>
            <a:endParaRPr lang="en-US" altLang="zh-CN" sz="1800" dirty="0">
              <a:solidFill>
                <a:srgbClr val="0070C0"/>
              </a:solidFill>
              <a:latin typeface="微软雅黑" panose="020B0503020204020204" pitchFamily="34" charset="-122"/>
              <a:ea typeface="微软雅黑" panose="020B0503020204020204" pitchFamily="34" charset="-122"/>
            </a:endParaRPr>
          </a:p>
          <a:p>
            <a:pPr marL="0" indent="0" fontAlgn="auto">
              <a:lnSpc>
                <a:spcPct val="140000"/>
              </a:lnSpc>
              <a:spcAft>
                <a:spcPts val="0"/>
              </a:spcAft>
              <a:buNone/>
            </a:pPr>
            <a:endParaRPr lang="en-US" altLang="zh-CN" sz="2400" dirty="0">
              <a:solidFill>
                <a:srgbClr val="0070C0"/>
              </a:solidFill>
              <a:latin typeface="微软雅黑" panose="020B0503020204020204" pitchFamily="34" charset="-122"/>
              <a:ea typeface="微软雅黑" panose="020B0503020204020204" pitchFamily="34" charset="-122"/>
            </a:endParaRPr>
          </a:p>
          <a:p>
            <a:pPr marL="0" indent="0" fontAlgn="auto">
              <a:lnSpc>
                <a:spcPct val="140000"/>
              </a:lnSpc>
              <a:spcAft>
                <a:spcPts val="0"/>
              </a:spcAft>
              <a:buNone/>
            </a:pPr>
            <a:endParaRPr lang="zh-CN" altLang="en-US" sz="2400" dirty="0">
              <a:solidFill>
                <a:srgbClr val="0070C0"/>
              </a:solidFill>
              <a:latin typeface="微软雅黑" panose="020B0503020204020204" pitchFamily="34" charset="-122"/>
              <a:ea typeface="微软雅黑" panose="020B0503020204020204" pitchFamily="34" charset="-122"/>
            </a:endParaRPr>
          </a:p>
          <a:p>
            <a:pPr marL="0" indent="0" fontAlgn="auto">
              <a:lnSpc>
                <a:spcPct val="140000"/>
              </a:lnSpc>
              <a:spcAft>
                <a:spcPts val="0"/>
              </a:spcAft>
              <a:buNone/>
            </a:pPr>
            <a:endParaRPr lang="zh-CN" altLang="en-US" sz="2400" dirty="0">
              <a:solidFill>
                <a:srgbClr val="0070C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292735" y="2513965"/>
            <a:ext cx="3074035" cy="2553335"/>
          </a:xfrm>
          <a:prstGeom prst="rect">
            <a:avLst/>
          </a:prstGeom>
          <a:noFill/>
          <a:ln w="12700" cmpd="sng">
            <a:solidFill>
              <a:schemeClr val="accent1">
                <a:shade val="50000"/>
              </a:schemeClr>
            </a:solidFill>
            <a:prstDash val="solid"/>
          </a:ln>
        </p:spPr>
        <p:txBody>
          <a:bodyPr wrap="square" rtlCol="0">
            <a:spAutoFit/>
          </a:bodyPr>
          <a:lstStyle/>
          <a:p>
            <a:r>
              <a:rPr lang="zh-CN" altLang="en-US">
                <a:solidFill>
                  <a:schemeClr val="tx1"/>
                </a:solidFill>
              </a:rPr>
              <a:t>#include &lt;iostream&gt;</a:t>
            </a:r>
          </a:p>
          <a:p>
            <a:r>
              <a:rPr lang="zh-CN" altLang="en-US">
                <a:solidFill>
                  <a:schemeClr val="tx1"/>
                </a:solidFill>
              </a:rPr>
              <a:t>using namespace std;</a:t>
            </a:r>
          </a:p>
          <a:p>
            <a:r>
              <a:rPr lang="zh-CN" altLang="en-US">
                <a:solidFill>
                  <a:schemeClr val="tx1"/>
                </a:solidFill>
              </a:rPr>
              <a:t>int main()</a:t>
            </a:r>
          </a:p>
          <a:p>
            <a:r>
              <a:rPr lang="zh-CN" altLang="en-US">
                <a:solidFill>
                  <a:schemeClr val="tx1"/>
                </a:solidFill>
              </a:rPr>
              <a:t>{</a:t>
            </a:r>
          </a:p>
          <a:p>
            <a:r>
              <a:rPr lang="zh-CN" altLang="en-US">
                <a:solidFill>
                  <a:schemeClr val="tx1"/>
                </a:solidFill>
              </a:rPr>
              <a:t>  // 请在此输入您的代码</a:t>
            </a:r>
          </a:p>
          <a:p>
            <a:r>
              <a:rPr lang="zh-CN" altLang="en-US">
                <a:solidFill>
                  <a:schemeClr val="tx1"/>
                </a:solidFill>
              </a:rPr>
              <a:t>  cout &lt;&lt;1478;</a:t>
            </a:r>
          </a:p>
          <a:p>
            <a:r>
              <a:rPr lang="zh-CN" altLang="en-US">
                <a:solidFill>
                  <a:schemeClr val="tx1"/>
                </a:solidFill>
              </a:rPr>
              <a:t>  return 0;</a:t>
            </a:r>
          </a:p>
          <a:p>
            <a:r>
              <a:rPr lang="zh-CN" altLang="en-US">
                <a:solidFill>
                  <a:schemeClr val="tx1"/>
                </a:solidFill>
              </a:rPr>
              <a:t>}</a:t>
            </a:r>
          </a:p>
        </p:txBody>
      </p:sp>
      <p:sp>
        <p:nvSpPr>
          <p:cNvPr id="4" name="文本框 3"/>
          <p:cNvSpPr txBox="1"/>
          <p:nvPr/>
        </p:nvSpPr>
        <p:spPr>
          <a:xfrm>
            <a:off x="3499485" y="2513965"/>
            <a:ext cx="3180715" cy="1630045"/>
          </a:xfrm>
          <a:prstGeom prst="rect">
            <a:avLst/>
          </a:prstGeom>
          <a:noFill/>
          <a:ln w="12700" cmpd="sng">
            <a:solidFill>
              <a:schemeClr val="accent1">
                <a:shade val="50000"/>
              </a:schemeClr>
            </a:solidFill>
            <a:prstDash val="solid"/>
          </a:ln>
        </p:spPr>
        <p:txBody>
          <a:bodyPr wrap="square" rtlCol="0">
            <a:spAutoFit/>
          </a:bodyPr>
          <a:lstStyle/>
          <a:p>
            <a:r>
              <a:rPr lang="zh-CN" altLang="en-US">
                <a:solidFill>
                  <a:schemeClr val="tx1"/>
                </a:solidFill>
              </a:rPr>
              <a:t>import os</a:t>
            </a:r>
          </a:p>
          <a:p>
            <a:r>
              <a:rPr lang="zh-CN" altLang="en-US">
                <a:solidFill>
                  <a:schemeClr val="tx1"/>
                </a:solidFill>
              </a:rPr>
              <a:t>import sys</a:t>
            </a:r>
          </a:p>
          <a:p>
            <a:endParaRPr lang="zh-CN" altLang="en-US">
              <a:solidFill>
                <a:schemeClr val="tx1"/>
              </a:solidFill>
            </a:endParaRPr>
          </a:p>
          <a:p>
            <a:r>
              <a:rPr lang="zh-CN" altLang="en-US">
                <a:solidFill>
                  <a:schemeClr val="tx1"/>
                </a:solidFill>
              </a:rPr>
              <a:t># 请在此输入您的代码</a:t>
            </a:r>
          </a:p>
          <a:p>
            <a:r>
              <a:rPr lang="zh-CN" altLang="en-US">
                <a:solidFill>
                  <a:schemeClr val="tx1"/>
                </a:solidFill>
              </a:rPr>
              <a:t>print("1478")</a:t>
            </a:r>
          </a:p>
        </p:txBody>
      </p:sp>
      <p:sp>
        <p:nvSpPr>
          <p:cNvPr id="6" name="文本框 5"/>
          <p:cNvSpPr txBox="1"/>
          <p:nvPr/>
        </p:nvSpPr>
        <p:spPr>
          <a:xfrm>
            <a:off x="6706870" y="2513965"/>
            <a:ext cx="5166995" cy="3476625"/>
          </a:xfrm>
          <a:prstGeom prst="rect">
            <a:avLst/>
          </a:prstGeom>
          <a:noFill/>
          <a:ln w="12700" cmpd="sng">
            <a:solidFill>
              <a:schemeClr val="accent1">
                <a:shade val="50000"/>
              </a:schemeClr>
            </a:solidFill>
            <a:prstDash val="solid"/>
          </a:ln>
        </p:spPr>
        <p:txBody>
          <a:bodyPr wrap="square" rtlCol="0">
            <a:spAutoFit/>
          </a:bodyPr>
          <a:lstStyle/>
          <a:p>
            <a:r>
              <a:rPr lang="zh-CN" altLang="en-US">
                <a:solidFill>
                  <a:schemeClr val="tx1"/>
                </a:solidFill>
              </a:rPr>
              <a:t>import java.util.Scanner;</a:t>
            </a:r>
          </a:p>
          <a:p>
            <a:r>
              <a:rPr lang="zh-CN" altLang="en-US">
                <a:solidFill>
                  <a:schemeClr val="tx1"/>
                </a:solidFill>
              </a:rPr>
              <a:t>// 1:无需package</a:t>
            </a:r>
          </a:p>
          <a:p>
            <a:r>
              <a:rPr lang="zh-CN" altLang="en-US">
                <a:solidFill>
                  <a:schemeClr val="tx1"/>
                </a:solidFill>
              </a:rPr>
              <a:t>// 2: 类名必须Main, 不可修改</a:t>
            </a:r>
          </a:p>
          <a:p>
            <a:r>
              <a:rPr lang="zh-CN" altLang="en-US">
                <a:solidFill>
                  <a:schemeClr val="tx1"/>
                </a:solidFill>
              </a:rPr>
              <a:t>public class Main {</a:t>
            </a:r>
          </a:p>
          <a:p>
            <a:r>
              <a:rPr lang="zh-CN" altLang="en-US">
                <a:solidFill>
                  <a:schemeClr val="tx1"/>
                </a:solidFill>
              </a:rPr>
              <a:t>    public static void main(String[] args) {</a:t>
            </a:r>
          </a:p>
          <a:p>
            <a:r>
              <a:rPr lang="zh-CN" altLang="en-US">
                <a:solidFill>
                  <a:schemeClr val="tx1"/>
                </a:solidFill>
              </a:rPr>
              <a:t>        Scanner scan = new Scanner(System.in);</a:t>
            </a:r>
          </a:p>
          <a:p>
            <a:r>
              <a:rPr lang="zh-CN" altLang="en-US">
                <a:solidFill>
                  <a:schemeClr val="tx1"/>
                </a:solidFill>
              </a:rPr>
              <a:t>        //在此输入您的代码...</a:t>
            </a:r>
          </a:p>
          <a:p>
            <a:r>
              <a:rPr lang="zh-CN" altLang="en-US">
                <a:solidFill>
                  <a:schemeClr val="tx1"/>
                </a:solidFill>
              </a:rPr>
              <a:t>        System.out.println("1478");</a:t>
            </a:r>
          </a:p>
          <a:p>
            <a:r>
              <a:rPr lang="zh-CN" altLang="en-US">
                <a:solidFill>
                  <a:schemeClr val="tx1"/>
                </a:solidFill>
              </a:rPr>
              <a:t>        scan.close();</a:t>
            </a:r>
          </a:p>
          <a:p>
            <a:r>
              <a:rPr lang="zh-CN" altLang="en-US">
                <a:solidFill>
                  <a:schemeClr val="tx1"/>
                </a:solidFill>
              </a:rPr>
              <a:t>    }</a:t>
            </a:r>
          </a:p>
          <a:p>
            <a:r>
              <a:rPr lang="zh-CN" altLang="en-US">
                <a:solidFill>
                  <a:schemeClr val="tx1"/>
                </a:solidFill>
              </a:rPr>
              <a:t>}</a:t>
            </a:r>
          </a:p>
        </p:txBody>
      </p:sp>
    </p:spTree>
  </p:cSld>
  <p:clrMapOvr>
    <a:masterClrMapping/>
  </p:clrMapOvr>
  <mc:AlternateContent xmlns:mc="http://schemas.openxmlformats.org/markup-compatibility/2006" xmlns:p14="http://schemas.microsoft.com/office/powerpoint/2010/main">
    <mc:Choice Requires="p14">
      <p:transition spd="slow" p14:dur="2000" advTm="34072"/>
    </mc:Choice>
    <mc:Fallback xmlns="">
      <p:transition spd="slow" advTm="34072"/>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Rectangle 2"/>
          <p:cNvSpPr txBox="1">
            <a:spLocks noChangeArrowheads="1"/>
          </p:cNvSpPr>
          <p:nvPr/>
        </p:nvSpPr>
        <p:spPr>
          <a:xfrm>
            <a:off x="445915" y="222195"/>
            <a:ext cx="10454100" cy="568993"/>
          </a:xfrm>
          <a:prstGeom prst="rect">
            <a:avLst/>
          </a:prstGeom>
          <a:noFill/>
          <a:ln w="9525">
            <a:noFill/>
            <a:miter lim="800000"/>
          </a:ln>
        </p:spPr>
        <p:txBody>
          <a:bodyPr vert="horz" wrap="square" lIns="91440" tIns="45720" rIns="91440" bIns="45720" numCol="1" anchor="b" anchorCtr="0" compatLnSpc="1"/>
          <a:lstStyle>
            <a:defPPr>
              <a:defRPr lang="en-US"/>
            </a:defPPr>
            <a:lvl1pPr algn="ctr" eaLnBrk="0" hangingPunct="0">
              <a:defRPr sz="5000">
                <a:solidFill>
                  <a:srgbClr val="CC0000"/>
                </a:solidFill>
                <a:effectLst>
                  <a:outerShdw blurRad="38100" dist="38100" dir="2700000" algn="tl">
                    <a:srgbClr val="000000">
                      <a:alpha val="43137"/>
                    </a:srgbClr>
                  </a:outerShdw>
                </a:effectLst>
                <a:latin typeface="+mn-lt"/>
                <a:ea typeface="+mj-ea"/>
                <a:cs typeface="+mj-cs"/>
              </a:defRPr>
            </a:lvl1pPr>
            <a:lvl2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2pPr>
            <a:lvl3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3pPr>
            <a:lvl4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4pPr>
            <a:lvl5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5pPr>
            <a:lvl6pPr marL="4572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6pPr>
            <a:lvl7pPr marL="9144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7pPr>
            <a:lvl8pPr marL="13716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8pPr>
            <a:lvl9pPr marL="18288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9pPr>
          </a:lstStyle>
          <a:p>
            <a:pPr algn="l"/>
            <a:r>
              <a:rPr lang="zh-CN" altLang="en-US" sz="3200" dirty="0">
                <a:solidFill>
                  <a:srgbClr val="C00000"/>
                </a:solidFill>
                <a:effectLst/>
                <a:latin typeface="微软雅黑" panose="020B0503020204020204" pitchFamily="34" charset="-122"/>
                <a:ea typeface="微软雅黑" panose="020B0503020204020204" pitchFamily="34" charset="-122"/>
              </a:rPr>
              <a:t>填空题：难题例子</a:t>
            </a:r>
          </a:p>
        </p:txBody>
      </p:sp>
      <p:sp>
        <p:nvSpPr>
          <p:cNvPr id="2" name="灯片编号占位符 1"/>
          <p:cNvSpPr>
            <a:spLocks noGrp="1"/>
          </p:cNvSpPr>
          <p:nvPr>
            <p:ph type="sldNum" sz="quarter" idx="12"/>
          </p:nvPr>
        </p:nvSpPr>
        <p:spPr/>
        <p:txBody>
          <a:bodyPr vert="horz" lIns="91440" tIns="45720" rIns="91440" bIns="45720" rtlCol="0" anchor="ctr"/>
          <a:lstStyle/>
          <a:p>
            <a:fld id="{217794D7-36C4-4E93-AE7A-0CAF6AF174FC}" type="slidenum">
              <a:rPr lang="zh-CN" altLang="en-US" b="0" smtClean="0">
                <a:solidFill>
                  <a:schemeClr val="tx1"/>
                </a:solidFill>
              </a:rPr>
              <a:t>12</a:t>
            </a:fld>
            <a:endParaRPr lang="en-US" altLang="zh-CN" b="0" dirty="0">
              <a:solidFill>
                <a:schemeClr val="tx1"/>
              </a:solidFill>
            </a:endParaRPr>
          </a:p>
        </p:txBody>
      </p:sp>
      <p:sp>
        <p:nvSpPr>
          <p:cNvPr id="21" name="内容占位符 2"/>
          <p:cNvSpPr txBox="1"/>
          <p:nvPr/>
        </p:nvSpPr>
        <p:spPr>
          <a:xfrm>
            <a:off x="751325" y="834238"/>
            <a:ext cx="10689350" cy="5648862"/>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ct val="140000"/>
              </a:lnSpc>
              <a:spcBef>
                <a:spcPts val="0"/>
              </a:spcBef>
              <a:spcAft>
                <a:spcPts val="0"/>
              </a:spcAft>
              <a:buNone/>
            </a:pPr>
            <a:r>
              <a:rPr lang="en-US" altLang="zh-CN" sz="2000" dirty="0">
                <a:latin typeface="微软雅黑" panose="020B0503020204020204" pitchFamily="34" charset="-122"/>
                <a:ea typeface="微软雅黑" panose="020B0503020204020204" pitchFamily="34" charset="-122"/>
              </a:rPr>
              <a:t>2022</a:t>
            </a:r>
            <a:r>
              <a:rPr lang="zh-CN" altLang="en-US" sz="2000" dirty="0">
                <a:latin typeface="微软雅黑" panose="020B0503020204020204" pitchFamily="34" charset="-122"/>
                <a:ea typeface="微软雅黑" panose="020B0503020204020204" pitchFamily="34" charset="-122"/>
              </a:rPr>
              <a:t>年第十三届</a:t>
            </a:r>
            <a:r>
              <a:rPr lang="en-US" altLang="zh-CN" sz="2000" dirty="0">
                <a:latin typeface="微软雅黑" panose="020B0503020204020204" pitchFamily="34" charset="-122"/>
                <a:ea typeface="微软雅黑" panose="020B0503020204020204" pitchFamily="34" charset="-122"/>
              </a:rPr>
              <a:t>C/C++</a:t>
            </a:r>
            <a:r>
              <a:rPr lang="zh-CN" altLang="en-US" sz="2000" dirty="0">
                <a:latin typeface="微软雅黑" panose="020B0503020204020204" pitchFamily="34" charset="-122"/>
                <a:ea typeface="微软雅黑" panose="020B0503020204020204" pitchFamily="34" charset="-122"/>
              </a:rPr>
              <a:t>大学</a:t>
            </a:r>
            <a:r>
              <a:rPr lang="en-US" altLang="zh-CN" sz="2000" dirty="0">
                <a:latin typeface="微软雅黑" panose="020B0503020204020204" pitchFamily="34" charset="-122"/>
                <a:ea typeface="微软雅黑" panose="020B0503020204020204" pitchFamily="34" charset="-122"/>
              </a:rPr>
              <a:t>A</a:t>
            </a:r>
            <a:r>
              <a:rPr lang="zh-CN" altLang="en-US" sz="2000" dirty="0">
                <a:latin typeface="微软雅黑" panose="020B0503020204020204" pitchFamily="34" charset="-122"/>
                <a:ea typeface="微软雅黑" panose="020B0503020204020204" pitchFamily="34" charset="-122"/>
              </a:rPr>
              <a:t>组试题</a:t>
            </a:r>
            <a:r>
              <a:rPr lang="en-US" altLang="zh-CN" sz="2000" dirty="0">
                <a:latin typeface="微软雅黑" panose="020B0503020204020204" pitchFamily="34" charset="-122"/>
                <a:ea typeface="微软雅黑" panose="020B0503020204020204" pitchFamily="34" charset="-122"/>
              </a:rPr>
              <a:t>B  </a:t>
            </a:r>
            <a:r>
              <a:rPr lang="zh-CN" altLang="en-US" sz="2000" dirty="0">
                <a:latin typeface="微软雅黑" panose="020B0503020204020204" pitchFamily="34" charset="-122"/>
                <a:ea typeface="微软雅黑" panose="020B0503020204020204" pitchFamily="34" charset="-122"/>
              </a:rPr>
              <a:t>灭鼠先锋  </a:t>
            </a:r>
            <a:r>
              <a:rPr lang="en-US" altLang="zh-CN" sz="2000" dirty="0">
                <a:latin typeface="微软雅黑" panose="020B0503020204020204" pitchFamily="34" charset="-122"/>
                <a:ea typeface="微软雅黑" panose="020B0503020204020204" pitchFamily="34" charset="-122"/>
              </a:rPr>
              <a:t> </a:t>
            </a:r>
            <a:r>
              <a:rPr lang="zh-CN" altLang="en-US" sz="2000" dirty="0">
                <a:solidFill>
                  <a:srgbClr val="0070C0"/>
                </a:solidFill>
                <a:latin typeface="微软雅黑" panose="020B0503020204020204" pitchFamily="34" charset="-122"/>
                <a:ea typeface="微软雅黑" panose="020B0503020204020204" pitchFamily="34" charset="-122"/>
                <a:sym typeface="+mn-ea"/>
              </a:rPr>
              <a:t>【</a:t>
            </a:r>
            <a:r>
              <a:rPr lang="en-US" altLang="zh-CN" sz="2000" dirty="0">
                <a:solidFill>
                  <a:srgbClr val="0070C0"/>
                </a:solidFill>
                <a:latin typeface="微软雅黑" panose="020B0503020204020204" pitchFamily="34" charset="-122"/>
                <a:ea typeface="微软雅黑" panose="020B0503020204020204" pitchFamily="34" charset="-122"/>
                <a:sym typeface="+mn-ea"/>
              </a:rPr>
              <a:t>lanqiaoOJ 2061</a:t>
            </a:r>
            <a:r>
              <a:rPr lang="zh-CN" altLang="en-US" sz="2000" dirty="0">
                <a:solidFill>
                  <a:srgbClr val="0070C0"/>
                </a:solidFill>
                <a:latin typeface="微软雅黑" panose="020B0503020204020204" pitchFamily="34" charset="-122"/>
                <a:ea typeface="微软雅黑" panose="020B0503020204020204" pitchFamily="34" charset="-122"/>
                <a:sym typeface="+mn-ea"/>
              </a:rPr>
              <a:t>】</a:t>
            </a:r>
            <a:endParaRPr lang="en-US" altLang="zh-CN" sz="2000" dirty="0">
              <a:latin typeface="微软雅黑" panose="020B0503020204020204" pitchFamily="34" charset="-122"/>
              <a:ea typeface="微软雅黑" panose="020B0503020204020204" pitchFamily="34" charset="-122"/>
            </a:endParaRPr>
          </a:p>
          <a:p>
            <a:pPr marL="0" indent="0" fontAlgn="auto">
              <a:lnSpc>
                <a:spcPct val="140000"/>
              </a:lnSpc>
              <a:spcBef>
                <a:spcPts val="0"/>
              </a:spcBef>
              <a:spcAft>
                <a:spcPts val="0"/>
              </a:spcAft>
              <a:buNone/>
            </a:pPr>
            <a:r>
              <a:rPr lang="zh-CN" altLang="en-US" sz="2000" dirty="0">
                <a:solidFill>
                  <a:srgbClr val="0070C0"/>
                </a:solidFill>
                <a:latin typeface="微软雅黑" panose="020B0503020204020204" pitchFamily="34" charset="-122"/>
                <a:ea typeface="微软雅黑" panose="020B0503020204020204" pitchFamily="34" charset="-122"/>
              </a:rPr>
              <a:t>问题描述：</a:t>
            </a:r>
            <a:r>
              <a:rPr lang="zh-CN" altLang="en-US" sz="2000" dirty="0">
                <a:latin typeface="微软雅黑" panose="020B0503020204020204" pitchFamily="34" charset="-122"/>
                <a:ea typeface="微软雅黑" panose="020B0503020204020204" pitchFamily="34" charset="-122"/>
              </a:rPr>
              <a:t>灭鼠先锋是一个老少咸宜的棋盘小游戏，由两人参与，轮流操作。</a:t>
            </a:r>
          </a:p>
          <a:p>
            <a:pPr marL="0" indent="0" fontAlgn="auto">
              <a:lnSpc>
                <a:spcPct val="140000"/>
              </a:lnSpc>
              <a:spcBef>
                <a:spcPts val="0"/>
              </a:spcBef>
              <a:spcAft>
                <a:spcPts val="0"/>
              </a:spcAft>
              <a:buNone/>
            </a:pPr>
            <a:r>
              <a:rPr lang="zh-CN" altLang="en-US" sz="2000" dirty="0">
                <a:latin typeface="微软雅黑" panose="020B0503020204020204" pitchFamily="34" charset="-122"/>
                <a:ea typeface="微软雅黑" panose="020B0503020204020204" pitchFamily="34" charset="-122"/>
              </a:rPr>
              <a:t>灭鼠先锋的棋盘有各种规格，本题中游戏在两行四列的棋盘上进行。游戏的规则为：两人轮流操作，每次可选择在棋盘的一个空位上放置一个棋子，或在同一行的连续两个空位上各放置一个棋子，放下棋子后使棋盘放满的一方输掉游戏。</a:t>
            </a:r>
          </a:p>
          <a:p>
            <a:pPr marL="0" indent="0" fontAlgn="auto">
              <a:lnSpc>
                <a:spcPct val="140000"/>
              </a:lnSpc>
              <a:spcBef>
                <a:spcPts val="0"/>
              </a:spcBef>
              <a:spcAft>
                <a:spcPts val="0"/>
              </a:spcAft>
              <a:buNone/>
            </a:pPr>
            <a:r>
              <a:rPr lang="zh-CN" altLang="en-US" sz="2000" dirty="0">
                <a:latin typeface="微软雅黑" panose="020B0503020204020204" pitchFamily="34" charset="-122"/>
                <a:ea typeface="微软雅黑" panose="020B0503020204020204" pitchFamily="34" charset="-122"/>
              </a:rPr>
              <a:t>小蓝和小乔一起玩游戏，小蓝先手，小乔后手。小蓝可以放置棋子的方法</a:t>
            </a:r>
          </a:p>
          <a:p>
            <a:pPr marL="0" indent="0" fontAlgn="auto">
              <a:lnSpc>
                <a:spcPct val="140000"/>
              </a:lnSpc>
              <a:spcBef>
                <a:spcPts val="0"/>
              </a:spcBef>
              <a:spcAft>
                <a:spcPts val="0"/>
              </a:spcAft>
              <a:buNone/>
            </a:pPr>
            <a:r>
              <a:rPr lang="zh-CN" altLang="en-US" sz="2000" dirty="0">
                <a:latin typeface="微软雅黑" panose="020B0503020204020204" pitchFamily="34" charset="-122"/>
                <a:ea typeface="微软雅黑" panose="020B0503020204020204" pitchFamily="34" charset="-122"/>
              </a:rPr>
              <a:t>很多，通过旋转和翻转可以对应如下四种情况：</a:t>
            </a:r>
          </a:p>
          <a:p>
            <a:pPr marL="0" indent="0" fontAlgn="auto">
              <a:lnSpc>
                <a:spcPct val="140000"/>
              </a:lnSpc>
              <a:spcBef>
                <a:spcPts val="0"/>
              </a:spcBef>
              <a:spcAft>
                <a:spcPts val="0"/>
              </a:spcAft>
              <a:buNone/>
            </a:pPr>
            <a:r>
              <a:rPr lang="en-US" altLang="zh-CN" sz="2000" dirty="0">
                <a:latin typeface="微软雅黑" panose="020B0503020204020204" pitchFamily="34" charset="-122"/>
                <a:ea typeface="微软雅黑" panose="020B0503020204020204" pitchFamily="34" charset="-122"/>
              </a:rPr>
              <a:t>XOOO XXOO OXOO OXXO</a:t>
            </a:r>
          </a:p>
          <a:p>
            <a:pPr marL="0" indent="0" fontAlgn="auto">
              <a:lnSpc>
                <a:spcPct val="140000"/>
              </a:lnSpc>
              <a:spcBef>
                <a:spcPts val="0"/>
              </a:spcBef>
              <a:spcAft>
                <a:spcPts val="0"/>
              </a:spcAft>
              <a:buNone/>
            </a:pPr>
            <a:r>
              <a:rPr lang="en-US" altLang="zh-CN" sz="2000" dirty="0">
                <a:latin typeface="微软雅黑" panose="020B0503020204020204" pitchFamily="34" charset="-122"/>
                <a:ea typeface="微软雅黑" panose="020B0503020204020204" pitchFamily="34" charset="-122"/>
              </a:rPr>
              <a:t>OOOO </a:t>
            </a:r>
            <a:r>
              <a:rPr lang="en-US" altLang="zh-CN" sz="2000" dirty="0" err="1">
                <a:latin typeface="微软雅黑" panose="020B0503020204020204" pitchFamily="34" charset="-122"/>
                <a:ea typeface="微软雅黑" panose="020B0503020204020204" pitchFamily="34" charset="-122"/>
              </a:rPr>
              <a:t>OOOO</a:t>
            </a:r>
            <a:r>
              <a:rPr lang="en-US" altLang="zh-CN" sz="2000" dirty="0">
                <a:latin typeface="微软雅黑" panose="020B0503020204020204" pitchFamily="34" charset="-122"/>
                <a:ea typeface="微软雅黑" panose="020B0503020204020204" pitchFamily="34" charset="-122"/>
              </a:rPr>
              <a:t> </a:t>
            </a:r>
            <a:r>
              <a:rPr lang="en-US" altLang="zh-CN" sz="2000" dirty="0" err="1">
                <a:latin typeface="微软雅黑" panose="020B0503020204020204" pitchFamily="34" charset="-122"/>
                <a:ea typeface="微软雅黑" panose="020B0503020204020204" pitchFamily="34" charset="-122"/>
              </a:rPr>
              <a:t>OOOO</a:t>
            </a:r>
            <a:r>
              <a:rPr lang="en-US" altLang="zh-CN" sz="2000" dirty="0">
                <a:latin typeface="微软雅黑" panose="020B0503020204020204" pitchFamily="34" charset="-122"/>
                <a:ea typeface="微软雅黑" panose="020B0503020204020204" pitchFamily="34" charset="-122"/>
              </a:rPr>
              <a:t> </a:t>
            </a:r>
            <a:r>
              <a:rPr lang="en-US" altLang="zh-CN" sz="2000" dirty="0" err="1">
                <a:latin typeface="微软雅黑" panose="020B0503020204020204" pitchFamily="34" charset="-122"/>
                <a:ea typeface="微软雅黑" panose="020B0503020204020204" pitchFamily="34" charset="-122"/>
              </a:rPr>
              <a:t>OOOO</a:t>
            </a:r>
            <a:endParaRPr lang="en-US" altLang="zh-CN" sz="2000" dirty="0">
              <a:latin typeface="微软雅黑" panose="020B0503020204020204" pitchFamily="34" charset="-122"/>
              <a:ea typeface="微软雅黑" panose="020B0503020204020204" pitchFamily="34" charset="-122"/>
            </a:endParaRPr>
          </a:p>
          <a:p>
            <a:pPr marL="0" indent="0" fontAlgn="auto">
              <a:lnSpc>
                <a:spcPct val="140000"/>
              </a:lnSpc>
              <a:spcBef>
                <a:spcPts val="0"/>
              </a:spcBef>
              <a:spcAft>
                <a:spcPts val="0"/>
              </a:spcAft>
              <a:buNone/>
            </a:pPr>
            <a:r>
              <a:rPr lang="zh-CN" altLang="en-US" sz="2000" dirty="0">
                <a:latin typeface="微软雅黑" panose="020B0503020204020204" pitchFamily="34" charset="-122"/>
                <a:ea typeface="微软雅黑" panose="020B0503020204020204" pitchFamily="34" charset="-122"/>
              </a:rPr>
              <a:t>其中</a:t>
            </a:r>
            <a:r>
              <a:rPr lang="en-US" altLang="zh-CN" sz="2000" dirty="0">
                <a:latin typeface="微软雅黑" panose="020B0503020204020204" pitchFamily="34" charset="-122"/>
                <a:ea typeface="微软雅黑" panose="020B0503020204020204" pitchFamily="34" charset="-122"/>
              </a:rPr>
              <a:t>O</a:t>
            </a:r>
            <a:r>
              <a:rPr lang="zh-CN" altLang="en-US" sz="2000" dirty="0">
                <a:latin typeface="微软雅黑" panose="020B0503020204020204" pitchFamily="34" charset="-122"/>
                <a:ea typeface="微软雅黑" panose="020B0503020204020204" pitchFamily="34" charset="-122"/>
              </a:rPr>
              <a:t>表示棋盘上的一个方格为空，</a:t>
            </a:r>
            <a:r>
              <a:rPr lang="en-US" altLang="zh-CN" sz="2000" dirty="0">
                <a:latin typeface="微软雅黑" panose="020B0503020204020204" pitchFamily="34" charset="-122"/>
                <a:ea typeface="微软雅黑" panose="020B0503020204020204" pitchFamily="34" charset="-122"/>
              </a:rPr>
              <a:t>X</a:t>
            </a:r>
            <a:r>
              <a:rPr lang="zh-CN" altLang="en-US" sz="2000" dirty="0">
                <a:latin typeface="微软雅黑" panose="020B0503020204020204" pitchFamily="34" charset="-122"/>
                <a:ea typeface="微软雅黑" panose="020B0503020204020204" pitchFamily="34" charset="-122"/>
              </a:rPr>
              <a:t>表示该方格已经放置了棋子。</a:t>
            </a:r>
          </a:p>
          <a:p>
            <a:pPr marL="0" indent="0" fontAlgn="auto">
              <a:lnSpc>
                <a:spcPct val="140000"/>
              </a:lnSpc>
              <a:spcBef>
                <a:spcPts val="0"/>
              </a:spcBef>
              <a:spcAft>
                <a:spcPts val="0"/>
              </a:spcAft>
              <a:buNone/>
            </a:pPr>
            <a:r>
              <a:rPr lang="zh-CN" altLang="en-US" sz="2000" dirty="0">
                <a:latin typeface="微软雅黑" panose="020B0503020204020204" pitchFamily="34" charset="-122"/>
                <a:ea typeface="微软雅黑" panose="020B0503020204020204" pitchFamily="34" charset="-122"/>
              </a:rPr>
              <a:t>请问，对于以上四种情况，如果小蓝和小乔都是按照对自己最优的策略来玩游戏，小蓝是否能获胜。如果获胜，请用</a:t>
            </a:r>
            <a:r>
              <a:rPr lang="en-US" altLang="zh-CN" sz="2000" dirty="0">
                <a:latin typeface="微软雅黑" panose="020B0503020204020204" pitchFamily="34" charset="-122"/>
                <a:ea typeface="微软雅黑" panose="020B0503020204020204" pitchFamily="34" charset="-122"/>
              </a:rPr>
              <a:t>V</a:t>
            </a:r>
            <a:r>
              <a:rPr lang="zh-CN" altLang="en-US" sz="2000" dirty="0">
                <a:latin typeface="微软雅黑" panose="020B0503020204020204" pitchFamily="34" charset="-122"/>
                <a:ea typeface="微软雅黑" panose="020B0503020204020204" pitchFamily="34" charset="-122"/>
              </a:rPr>
              <a:t>表示，否则用</a:t>
            </a:r>
            <a:r>
              <a:rPr lang="en-US" altLang="zh-CN" sz="2000" dirty="0">
                <a:latin typeface="微软雅黑" panose="020B0503020204020204" pitchFamily="34" charset="-122"/>
                <a:ea typeface="微软雅黑" panose="020B0503020204020204" pitchFamily="34" charset="-122"/>
              </a:rPr>
              <a:t>L</a:t>
            </a:r>
            <a:r>
              <a:rPr lang="zh-CN" altLang="en-US" sz="2000" dirty="0">
                <a:latin typeface="微软雅黑" panose="020B0503020204020204" pitchFamily="34" charset="-122"/>
                <a:ea typeface="微软雅黑" panose="020B0503020204020204" pitchFamily="34" charset="-122"/>
              </a:rPr>
              <a:t>表示。请将四种情况的胜负结果按顺序连接在一起提交。</a:t>
            </a:r>
            <a:endParaRPr lang="zh-CN" altLang="en-US" sz="2000" dirty="0">
              <a:solidFill>
                <a:srgbClr val="0070C0"/>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34072"/>
    </mc:Choice>
    <mc:Fallback xmlns="">
      <p:transition spd="slow" advTm="34072"/>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vert="horz" lIns="91440" tIns="45720" rIns="91440" bIns="45720" rtlCol="0" anchor="ctr"/>
          <a:lstStyle/>
          <a:p>
            <a:fld id="{217794D7-36C4-4E93-AE7A-0CAF6AF174FC}" type="slidenum">
              <a:rPr lang="zh-CN" altLang="en-US" b="0" smtClean="0">
                <a:solidFill>
                  <a:schemeClr val="tx1"/>
                </a:solidFill>
              </a:rPr>
              <a:t>13</a:t>
            </a:fld>
            <a:endParaRPr lang="en-US" altLang="zh-CN" b="0" dirty="0">
              <a:solidFill>
                <a:schemeClr val="tx1"/>
              </a:solidFill>
            </a:endParaRPr>
          </a:p>
        </p:txBody>
      </p:sp>
      <p:sp>
        <p:nvSpPr>
          <p:cNvPr id="21" name="内容占位符 2"/>
          <p:cNvSpPr txBox="1"/>
          <p:nvPr/>
        </p:nvSpPr>
        <p:spPr>
          <a:xfrm>
            <a:off x="751205" y="834390"/>
            <a:ext cx="10689590" cy="137287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ct val="140000"/>
              </a:lnSpc>
              <a:spcBef>
                <a:spcPts val="0"/>
              </a:spcBef>
              <a:spcAft>
                <a:spcPts val="0"/>
              </a:spcAft>
              <a:buNone/>
            </a:pPr>
            <a:r>
              <a:rPr lang="zh-CN" altLang="en-US" sz="2000" dirty="0">
                <a:solidFill>
                  <a:srgbClr val="0070C0"/>
                </a:solidFill>
                <a:latin typeface="微软雅黑" panose="020B0503020204020204" pitchFamily="34" charset="-122"/>
                <a:ea typeface="微软雅黑" panose="020B0503020204020204" pitchFamily="34" charset="-122"/>
              </a:rPr>
              <a:t>解析：</a:t>
            </a:r>
            <a:r>
              <a:rPr lang="zh-CN" altLang="en-US" sz="2000" dirty="0">
                <a:latin typeface="微软雅黑" panose="020B0503020204020204" pitchFamily="34" charset="-122"/>
                <a:ea typeface="微软雅黑" panose="020B0503020204020204" pitchFamily="34" charset="-122"/>
              </a:rPr>
              <a:t>一道博弈论题目，用</a:t>
            </a:r>
            <a:r>
              <a:rPr lang="en-US" altLang="zh-CN" sz="2000" dirty="0">
                <a:latin typeface="微软雅黑" panose="020B0503020204020204" pitchFamily="34" charset="-122"/>
                <a:ea typeface="微软雅黑" panose="020B0503020204020204" pitchFamily="34" charset="-122"/>
              </a:rPr>
              <a:t>DFS</a:t>
            </a:r>
            <a:r>
              <a:rPr lang="zh-CN" altLang="en-US" sz="2000" dirty="0">
                <a:latin typeface="微软雅黑" panose="020B0503020204020204" pitchFamily="34" charset="-122"/>
                <a:ea typeface="微软雅黑" panose="020B0503020204020204" pitchFamily="34" charset="-122"/>
              </a:rPr>
              <a:t>编程实现，即使是高手，也需要</a:t>
            </a:r>
            <a:r>
              <a:rPr lang="en-US" altLang="zh-CN" sz="2000" dirty="0">
                <a:latin typeface="微软雅黑" panose="020B0503020204020204" pitchFamily="34" charset="-122"/>
                <a:ea typeface="微软雅黑" panose="020B0503020204020204" pitchFamily="34" charset="-122"/>
              </a:rPr>
              <a:t>20</a:t>
            </a:r>
            <a:r>
              <a:rPr lang="zh-CN" altLang="en-US" sz="2000" dirty="0">
                <a:latin typeface="微软雅黑" panose="020B0503020204020204" pitchFamily="34" charset="-122"/>
                <a:ea typeface="微软雅黑" panose="020B0503020204020204" pitchFamily="34" charset="-122"/>
              </a:rPr>
              <a:t>分钟左右。因为数据较小，也可以手算分析，不过难度仍然较大。</a:t>
            </a:r>
            <a:endParaRPr lang="zh-CN" altLang="en-US" sz="2000" dirty="0">
              <a:solidFill>
                <a:srgbClr val="0070C0"/>
              </a:solidFill>
              <a:latin typeface="微软雅黑" panose="020B0503020204020204" pitchFamily="34" charset="-122"/>
              <a:ea typeface="微软雅黑" panose="020B0503020204020204" pitchFamily="34" charset="-122"/>
            </a:endParaRPr>
          </a:p>
        </p:txBody>
      </p:sp>
      <p:graphicFrame>
        <p:nvGraphicFramePr>
          <p:cNvPr id="3" name="表格 2"/>
          <p:cNvGraphicFramePr/>
          <p:nvPr/>
        </p:nvGraphicFramePr>
        <p:xfrm>
          <a:off x="1828800" y="3048000"/>
          <a:ext cx="8531860" cy="762000"/>
        </p:xfrm>
        <a:graphic>
          <a:graphicData uri="http://schemas.openxmlformats.org/drawingml/2006/table">
            <a:tbl>
              <a:tblPr firstRow="1" bandRow="1">
                <a:tableStyleId>{5C22544A-7EE6-4342-B048-85BDC9FD1C3A}</a:tableStyleId>
              </a:tblPr>
              <a:tblGrid>
                <a:gridCol w="2132965">
                  <a:extLst>
                    <a:ext uri="{9D8B030D-6E8A-4147-A177-3AD203B41FA5}">
                      <a16:colId xmlns:a16="http://schemas.microsoft.com/office/drawing/2014/main" val="20000"/>
                    </a:ext>
                  </a:extLst>
                </a:gridCol>
                <a:gridCol w="2132965">
                  <a:extLst>
                    <a:ext uri="{9D8B030D-6E8A-4147-A177-3AD203B41FA5}">
                      <a16:colId xmlns:a16="http://schemas.microsoft.com/office/drawing/2014/main" val="20001"/>
                    </a:ext>
                  </a:extLst>
                </a:gridCol>
                <a:gridCol w="2132965">
                  <a:extLst>
                    <a:ext uri="{9D8B030D-6E8A-4147-A177-3AD203B41FA5}">
                      <a16:colId xmlns:a16="http://schemas.microsoft.com/office/drawing/2014/main" val="20002"/>
                    </a:ext>
                  </a:extLst>
                </a:gridCol>
                <a:gridCol w="2132965">
                  <a:extLst>
                    <a:ext uri="{9D8B030D-6E8A-4147-A177-3AD203B41FA5}">
                      <a16:colId xmlns:a16="http://schemas.microsoft.com/office/drawing/2014/main" val="20003"/>
                    </a:ext>
                  </a:extLst>
                </a:gridCol>
              </a:tblGrid>
              <a:tr h="381000">
                <a:tc>
                  <a:txBody>
                    <a:bodyPr/>
                    <a:lstStyle/>
                    <a:p>
                      <a:pPr>
                        <a:buNone/>
                      </a:pPr>
                      <a:endParaRPr lang="zh-CN" altLang="en-US"/>
                    </a:p>
                  </a:txBody>
                  <a:tcPr/>
                </a:tc>
                <a:tc>
                  <a:txBody>
                    <a:bodyPr/>
                    <a:lstStyle/>
                    <a:p>
                      <a:pPr>
                        <a:buNone/>
                      </a:pPr>
                      <a:r>
                        <a:rPr lang="en-US" altLang="zh-CN"/>
                        <a:t>x</a:t>
                      </a:r>
                    </a:p>
                  </a:txBody>
                  <a:tcPr/>
                </a:tc>
                <a:tc>
                  <a:txBody>
                    <a:bodyPr/>
                    <a:lstStyle/>
                    <a:p>
                      <a:pPr>
                        <a:buNone/>
                      </a:pPr>
                      <a:r>
                        <a:rPr lang="en-US" altLang="zh-CN"/>
                        <a:t>x</a:t>
                      </a:r>
                    </a:p>
                  </a:txBody>
                  <a:tcPr/>
                </a:tc>
                <a:tc>
                  <a:txBody>
                    <a:bodyPr/>
                    <a:lstStyle/>
                    <a:p>
                      <a:pPr>
                        <a:buNone/>
                      </a:pPr>
                      <a:endParaRPr lang="zh-CN" altLang="en-US"/>
                    </a:p>
                  </a:txBody>
                  <a:tcPr/>
                </a:tc>
                <a:extLst>
                  <a:ext uri="{0D108BD9-81ED-4DB2-BD59-A6C34878D82A}">
                    <a16:rowId xmlns:a16="http://schemas.microsoft.com/office/drawing/2014/main" val="10000"/>
                  </a:ext>
                </a:extLst>
              </a:tr>
              <a:tr h="381000">
                <a:tc>
                  <a:txBody>
                    <a:bodyPr/>
                    <a:lstStyle/>
                    <a:p>
                      <a:pPr>
                        <a:buNone/>
                      </a:pPr>
                      <a:r>
                        <a:rPr lang="en-US" altLang="zh-CN"/>
                        <a:t>1</a:t>
                      </a:r>
                    </a:p>
                  </a:txBody>
                  <a:tcPr/>
                </a:tc>
                <a:tc>
                  <a:txBody>
                    <a:bodyPr/>
                    <a:lstStyle/>
                    <a:p>
                      <a:pPr>
                        <a:buNone/>
                      </a:pPr>
                      <a:endParaRPr lang="zh-CN" altLang="en-US"/>
                    </a:p>
                  </a:txBody>
                  <a:tcPr/>
                </a:tc>
                <a:tc>
                  <a:txBody>
                    <a:bodyPr/>
                    <a:lstStyle/>
                    <a:p>
                      <a:pPr>
                        <a:buNone/>
                      </a:pPr>
                      <a:r>
                        <a:rPr lang="en-US" altLang="zh-CN"/>
                        <a:t>2</a:t>
                      </a:r>
                    </a:p>
                  </a:txBody>
                  <a:tcPr/>
                </a:tc>
                <a:tc>
                  <a:txBody>
                    <a:bodyPr/>
                    <a:lstStyle/>
                    <a:p>
                      <a:pPr>
                        <a:buNone/>
                      </a:pPr>
                      <a:r>
                        <a:rPr lang="en-US" altLang="zh-CN"/>
                        <a:t>1</a:t>
                      </a:r>
                    </a:p>
                  </a:txBody>
                  <a:tcPr/>
                </a:tc>
                <a:extLst>
                  <a:ext uri="{0D108BD9-81ED-4DB2-BD59-A6C34878D82A}">
                    <a16:rowId xmlns:a16="http://schemas.microsoft.com/office/drawing/2014/main" val="10001"/>
                  </a:ext>
                </a:extLst>
              </a:tr>
            </a:tbl>
          </a:graphicData>
        </a:graphic>
      </p:graphicFrame>
      <p:sp>
        <p:nvSpPr>
          <p:cNvPr id="5" name="内容占位符 2"/>
          <p:cNvSpPr txBox="1"/>
          <p:nvPr/>
        </p:nvSpPr>
        <p:spPr>
          <a:xfrm>
            <a:off x="292735" y="4192270"/>
            <a:ext cx="10689590" cy="213995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ct val="140000"/>
              </a:lnSpc>
              <a:spcBef>
                <a:spcPts val="0"/>
              </a:spcBef>
              <a:spcAft>
                <a:spcPts val="0"/>
              </a:spcAft>
              <a:buNone/>
            </a:pPr>
            <a:r>
              <a:rPr lang="zh-CN" altLang="en-US" sz="2000" dirty="0">
                <a:solidFill>
                  <a:srgbClr val="0070C0"/>
                </a:solidFill>
                <a:latin typeface="微软雅黑" panose="020B0503020204020204" pitchFamily="34" charset="-122"/>
                <a:ea typeface="微软雅黑" panose="020B0503020204020204" pitchFamily="34" charset="-122"/>
              </a:rPr>
              <a:t>手算：前三种无论怎么走都是输，第四种赢的走法是，小蓝第</a:t>
            </a:r>
            <a:r>
              <a:rPr lang="zh-CN" altLang="en-US" sz="2000" dirty="0">
                <a:solidFill>
                  <a:schemeClr val="accent1"/>
                </a:solidFill>
                <a:latin typeface="微软雅黑" panose="020B0503020204020204" pitchFamily="34" charset="-122"/>
                <a:ea typeface="微软雅黑" panose="020B0503020204020204" pitchFamily="34" charset="-122"/>
              </a:rPr>
              <a:t>一次走</a:t>
            </a:r>
            <a:r>
              <a:rPr lang="en-US" altLang="zh-CN" sz="2000" dirty="0">
                <a:solidFill>
                  <a:schemeClr val="accent1"/>
                </a:solidFill>
                <a:latin typeface="微软雅黑" panose="020B0503020204020204" pitchFamily="34" charset="-122"/>
                <a:ea typeface="微软雅黑" panose="020B0503020204020204" pitchFamily="34" charset="-122"/>
              </a:rPr>
              <a:t>1</a:t>
            </a:r>
            <a:r>
              <a:rPr lang="zh-CN" altLang="en-US" sz="2000" dirty="0">
                <a:solidFill>
                  <a:schemeClr val="accent1"/>
                </a:solidFill>
                <a:latin typeface="微软雅黑" panose="020B0503020204020204" pitchFamily="34" charset="-122"/>
                <a:ea typeface="微软雅黑" panose="020B0503020204020204" pitchFamily="34" charset="-122"/>
              </a:rPr>
              <a:t>，</a:t>
            </a:r>
            <a:r>
              <a:rPr lang="zh-CN" altLang="en-US" sz="2000" dirty="0">
                <a:solidFill>
                  <a:schemeClr val="accent1"/>
                </a:solidFill>
                <a:latin typeface="微软雅黑" panose="020B0503020204020204" pitchFamily="34" charset="-122"/>
                <a:ea typeface="微软雅黑" panose="020B0503020204020204" pitchFamily="34" charset="-122"/>
                <a:sym typeface="+mn-ea"/>
              </a:rPr>
              <a:t>小乔走</a:t>
            </a:r>
            <a:r>
              <a:rPr lang="en-US" altLang="zh-CN" sz="2000" dirty="0">
                <a:solidFill>
                  <a:schemeClr val="accent1"/>
                </a:solidFill>
                <a:latin typeface="微软雅黑" panose="020B0503020204020204" pitchFamily="34" charset="-122"/>
                <a:ea typeface="微软雅黑" panose="020B0503020204020204" pitchFamily="34" charset="-122"/>
                <a:sym typeface="+mn-ea"/>
              </a:rPr>
              <a:t>2</a:t>
            </a:r>
            <a:r>
              <a:rPr lang="zh-CN" altLang="en-US" sz="2000" dirty="0">
                <a:solidFill>
                  <a:schemeClr val="accent1"/>
                </a:solidFill>
                <a:latin typeface="微软雅黑" panose="020B0503020204020204" pitchFamily="34" charset="-122"/>
                <a:ea typeface="微软雅黑" panose="020B0503020204020204" pitchFamily="34" charset="-122"/>
                <a:sym typeface="+mn-ea"/>
              </a:rPr>
              <a:t>必输，只能走</a:t>
            </a:r>
            <a:r>
              <a:rPr lang="en-US" altLang="zh-CN" sz="2000" dirty="0">
                <a:solidFill>
                  <a:schemeClr val="accent1"/>
                </a:solidFill>
                <a:latin typeface="微软雅黑" panose="020B0503020204020204" pitchFamily="34" charset="-122"/>
                <a:ea typeface="微软雅黑" panose="020B0503020204020204" pitchFamily="34" charset="-122"/>
                <a:sym typeface="+mn-ea"/>
              </a:rPr>
              <a:t>1</a:t>
            </a:r>
            <a:r>
              <a:rPr lang="zh-CN" altLang="en-US" sz="2000" dirty="0">
                <a:solidFill>
                  <a:schemeClr val="accent1"/>
                </a:solidFill>
                <a:latin typeface="微软雅黑" panose="020B0503020204020204" pitchFamily="34" charset="-122"/>
                <a:ea typeface="微软雅黑" panose="020B0503020204020204" pitchFamily="34" charset="-122"/>
                <a:sym typeface="+mn-ea"/>
              </a:rPr>
              <a:t>，小蓝第二次走</a:t>
            </a:r>
            <a:r>
              <a:rPr lang="en-US" altLang="zh-CN" sz="2000" dirty="0">
                <a:solidFill>
                  <a:schemeClr val="accent1"/>
                </a:solidFill>
                <a:latin typeface="微软雅黑" panose="020B0503020204020204" pitchFamily="34" charset="-122"/>
                <a:ea typeface="微软雅黑" panose="020B0503020204020204" pitchFamily="34" charset="-122"/>
                <a:sym typeface="+mn-ea"/>
              </a:rPr>
              <a:t>1</a:t>
            </a:r>
            <a:r>
              <a:rPr lang="zh-CN" altLang="en-US" sz="2000" dirty="0">
                <a:solidFill>
                  <a:schemeClr val="accent1"/>
                </a:solidFill>
                <a:latin typeface="微软雅黑" panose="020B0503020204020204" pitchFamily="34" charset="-122"/>
                <a:ea typeface="微软雅黑" panose="020B0503020204020204" pitchFamily="34" charset="-122"/>
                <a:sym typeface="+mn-ea"/>
              </a:rPr>
              <a:t>，小乔必输，所以最后结果是：</a:t>
            </a:r>
            <a:r>
              <a:rPr lang="en-US" altLang="zh-CN" sz="2000" dirty="0">
                <a:solidFill>
                  <a:schemeClr val="accent1"/>
                </a:solidFill>
                <a:latin typeface="微软雅黑" panose="020B0503020204020204" pitchFamily="34" charset="-122"/>
                <a:ea typeface="微软雅黑" panose="020B0503020204020204" pitchFamily="34" charset="-122"/>
                <a:sym typeface="+mn-ea"/>
              </a:rPr>
              <a:t>LLLV</a:t>
            </a:r>
          </a:p>
        </p:txBody>
      </p:sp>
    </p:spTree>
  </p:cSld>
  <p:clrMapOvr>
    <a:masterClrMapping/>
  </p:clrMapOvr>
  <mc:AlternateContent xmlns:mc="http://schemas.openxmlformats.org/markup-compatibility/2006" xmlns:p14="http://schemas.microsoft.com/office/powerpoint/2010/main">
    <mc:Choice Requires="p14">
      <p:transition spd="slow" p14:dur="2000" advTm="34072"/>
    </mc:Choice>
    <mc:Fallback xmlns="">
      <p:transition spd="slow" advTm="34072"/>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vert="horz" lIns="91440" tIns="45720" rIns="91440" bIns="45720" rtlCol="0" anchor="ctr"/>
          <a:lstStyle/>
          <a:p>
            <a:fld id="{217794D7-36C4-4E93-AE7A-0CAF6AF174FC}" type="slidenum">
              <a:rPr lang="zh-CN" altLang="en-US" b="0" smtClean="0">
                <a:solidFill>
                  <a:schemeClr val="tx1"/>
                </a:solidFill>
              </a:rPr>
              <a:t>14</a:t>
            </a:fld>
            <a:endParaRPr lang="en-US" altLang="zh-CN" b="0" dirty="0">
              <a:solidFill>
                <a:schemeClr val="tx1"/>
              </a:solidFill>
            </a:endParaRPr>
          </a:p>
        </p:txBody>
      </p:sp>
      <p:sp>
        <p:nvSpPr>
          <p:cNvPr id="4" name="文本框 3"/>
          <p:cNvSpPr txBox="1"/>
          <p:nvPr/>
        </p:nvSpPr>
        <p:spPr>
          <a:xfrm>
            <a:off x="598170" y="69215"/>
            <a:ext cx="9281160" cy="6462395"/>
          </a:xfrm>
          <a:prstGeom prst="rect">
            <a:avLst/>
          </a:prstGeom>
          <a:noFill/>
          <a:ln w="12700" cmpd="sng">
            <a:solidFill>
              <a:schemeClr val="accent1">
                <a:shade val="50000"/>
              </a:schemeClr>
            </a:solidFill>
            <a:prstDash val="solid"/>
          </a:ln>
        </p:spPr>
        <p:txBody>
          <a:bodyPr wrap="square" rtlCol="0">
            <a:spAutoFit/>
          </a:bodyPr>
          <a:lstStyle/>
          <a:p>
            <a:r>
              <a:rPr lang="zh-CN" altLang="en-US" sz="900" dirty="0">
                <a:solidFill>
                  <a:schemeClr val="tx1"/>
                </a:solidFill>
              </a:rPr>
              <a:t>#include &lt;iostream&gt;</a:t>
            </a:r>
          </a:p>
          <a:p>
            <a:r>
              <a:rPr lang="zh-CN" altLang="en-US" sz="900" dirty="0">
                <a:solidFill>
                  <a:schemeClr val="tx1"/>
                </a:solidFill>
              </a:rPr>
              <a:t>#include &lt;algorithm&gt;</a:t>
            </a:r>
          </a:p>
          <a:p>
            <a:r>
              <a:rPr lang="zh-CN" altLang="en-US" sz="900" dirty="0">
                <a:solidFill>
                  <a:schemeClr val="tx1"/>
                </a:solidFill>
              </a:rPr>
              <a:t>#include &lt;unordered_map&gt;</a:t>
            </a:r>
          </a:p>
          <a:p>
            <a:r>
              <a:rPr lang="zh-CN" altLang="en-US" sz="900" dirty="0">
                <a:solidFill>
                  <a:schemeClr val="tx1"/>
                </a:solidFill>
              </a:rPr>
              <a:t>using namespace std;</a:t>
            </a:r>
          </a:p>
          <a:p>
            <a:r>
              <a:rPr lang="zh-CN" altLang="en-US" sz="900" dirty="0">
                <a:solidFill>
                  <a:schemeClr val="tx1"/>
                </a:solidFill>
              </a:rPr>
              <a:t>// 用于记录当前状态是否被搜索过</a:t>
            </a:r>
          </a:p>
          <a:p>
            <a:r>
              <a:rPr lang="zh-CN" altLang="en-US" sz="900" dirty="0">
                <a:solidFill>
                  <a:schemeClr val="tx1"/>
                </a:solidFill>
              </a:rPr>
              <a:t>unordered_map&lt;string, bool&gt; m;</a:t>
            </a:r>
          </a:p>
          <a:p>
            <a:r>
              <a:rPr lang="zh-CN" altLang="en-US" sz="900" dirty="0">
                <a:solidFill>
                  <a:schemeClr val="tx1"/>
                </a:solidFill>
              </a:rPr>
              <a:t>bool check(string s) {</a:t>
            </a:r>
          </a:p>
          <a:p>
            <a:r>
              <a:rPr lang="zh-CN" altLang="en-US" sz="900" dirty="0">
                <a:solidFill>
                  <a:schemeClr val="tx1"/>
                </a:solidFill>
              </a:rPr>
              <a:t>  return count(s.begin(), s.end(), '0') == 1;</a:t>
            </a:r>
          </a:p>
          <a:p>
            <a:r>
              <a:rPr lang="zh-CN" altLang="en-US" sz="900" dirty="0">
                <a:solidFill>
                  <a:schemeClr val="tx1"/>
                </a:solidFill>
              </a:rPr>
              <a:t>}</a:t>
            </a:r>
          </a:p>
          <a:p>
            <a:r>
              <a:rPr lang="zh-CN" altLang="en-US" sz="900" dirty="0">
                <a:solidFill>
                  <a:schemeClr val="tx1"/>
                </a:solidFill>
              </a:rPr>
              <a:t>bool dfs(string s) {</a:t>
            </a:r>
          </a:p>
          <a:p>
            <a:r>
              <a:rPr lang="zh-CN" altLang="en-US" sz="900" dirty="0">
                <a:solidFill>
                  <a:schemeClr val="tx1"/>
                </a:solidFill>
              </a:rPr>
              <a:t>  if (m.count(s))</a:t>
            </a:r>
          </a:p>
          <a:p>
            <a:r>
              <a:rPr lang="zh-CN" altLang="en-US" sz="900" dirty="0">
                <a:solidFill>
                  <a:schemeClr val="tx1"/>
                </a:solidFill>
              </a:rPr>
              <a:t>      return m[s];</a:t>
            </a:r>
          </a:p>
          <a:p>
            <a:r>
              <a:rPr lang="zh-CN" altLang="en-US" sz="900" dirty="0">
                <a:solidFill>
                  <a:schemeClr val="tx1"/>
                </a:solidFill>
              </a:rPr>
              <a:t>  if (check(s))</a:t>
            </a:r>
          </a:p>
          <a:p>
            <a:r>
              <a:rPr lang="zh-CN" altLang="en-US" sz="900" dirty="0">
                <a:solidFill>
                  <a:schemeClr val="tx1"/>
                </a:solidFill>
              </a:rPr>
              <a:t>      return m[s] = false;</a:t>
            </a:r>
          </a:p>
          <a:p>
            <a:r>
              <a:rPr lang="zh-CN" altLang="en-US" sz="900" dirty="0">
                <a:solidFill>
                  <a:schemeClr val="tx1"/>
                </a:solidFill>
              </a:rPr>
              <a:t>  // 模拟下一步是一颗棋子</a:t>
            </a:r>
          </a:p>
          <a:p>
            <a:r>
              <a:rPr lang="zh-CN" altLang="en-US" sz="900" dirty="0">
                <a:solidFill>
                  <a:schemeClr val="tx1"/>
                </a:solidFill>
              </a:rPr>
              <a:t>  for (int i = 0; i &lt; 8; ++i) {</a:t>
            </a:r>
          </a:p>
          <a:p>
            <a:r>
              <a:rPr lang="zh-CN" altLang="en-US" sz="900" dirty="0">
                <a:solidFill>
                  <a:schemeClr val="tx1"/>
                </a:solidFill>
              </a:rPr>
              <a:t>      if (s[i] == '0') {</a:t>
            </a:r>
          </a:p>
          <a:p>
            <a:r>
              <a:rPr lang="zh-CN" altLang="en-US" sz="900" dirty="0">
                <a:solidFill>
                  <a:schemeClr val="tx1"/>
                </a:solidFill>
              </a:rPr>
              <a:t>          string tmp = s;</a:t>
            </a:r>
          </a:p>
          <a:p>
            <a:r>
              <a:rPr lang="zh-CN" altLang="en-US" sz="900" dirty="0">
                <a:solidFill>
                  <a:schemeClr val="tx1"/>
                </a:solidFill>
              </a:rPr>
              <a:t>          tmp[i] = 'X';</a:t>
            </a:r>
          </a:p>
          <a:p>
            <a:r>
              <a:rPr lang="zh-CN" altLang="en-US" sz="900" dirty="0">
                <a:solidFill>
                  <a:schemeClr val="tx1"/>
                </a:solidFill>
              </a:rPr>
              <a:t>          // 如果下一步是必败的，那么我们这步必胜</a:t>
            </a:r>
          </a:p>
          <a:p>
            <a:r>
              <a:rPr lang="zh-CN" altLang="en-US" sz="900" dirty="0">
                <a:solidFill>
                  <a:schemeClr val="tx1"/>
                </a:solidFill>
              </a:rPr>
              <a:t>          if (!dfs(tmp))</a:t>
            </a:r>
          </a:p>
          <a:p>
            <a:r>
              <a:rPr lang="zh-CN" altLang="en-US" sz="900" dirty="0">
                <a:solidFill>
                  <a:schemeClr val="tx1"/>
                </a:solidFill>
              </a:rPr>
              <a:t>              return m[s] = 1;</a:t>
            </a:r>
          </a:p>
          <a:p>
            <a:r>
              <a:rPr lang="zh-CN" altLang="en-US" sz="900" dirty="0">
                <a:solidFill>
                  <a:schemeClr val="tx1"/>
                </a:solidFill>
              </a:rPr>
              <a:t>      }</a:t>
            </a:r>
          </a:p>
          <a:p>
            <a:r>
              <a:rPr lang="zh-CN" altLang="en-US" sz="900" dirty="0">
                <a:solidFill>
                  <a:schemeClr val="tx1"/>
                </a:solidFill>
              </a:rPr>
              <a:t>  }</a:t>
            </a:r>
          </a:p>
          <a:p>
            <a:r>
              <a:rPr lang="zh-CN" altLang="en-US" sz="900" dirty="0">
                <a:solidFill>
                  <a:schemeClr val="tx1"/>
                </a:solidFill>
              </a:rPr>
              <a:t>  // 模拟下一步是二颗棋子</a:t>
            </a:r>
          </a:p>
          <a:p>
            <a:r>
              <a:rPr lang="zh-CN" altLang="en-US" sz="900" dirty="0">
                <a:solidFill>
                  <a:schemeClr val="tx1"/>
                </a:solidFill>
              </a:rPr>
              <a:t>  for (int i = 0; i &lt; 2; ++i) {</a:t>
            </a:r>
          </a:p>
          <a:p>
            <a:r>
              <a:rPr lang="zh-CN" altLang="en-US" sz="900" dirty="0">
                <a:solidFill>
                  <a:schemeClr val="tx1"/>
                </a:solidFill>
              </a:rPr>
              <a:t>      for (int j = 0; j &lt; 3; ++j) {</a:t>
            </a:r>
          </a:p>
          <a:p>
            <a:r>
              <a:rPr lang="zh-CN" altLang="en-US" sz="900" dirty="0">
                <a:solidFill>
                  <a:schemeClr val="tx1"/>
                </a:solidFill>
              </a:rPr>
              <a:t>          int k = i * 4 + j;</a:t>
            </a:r>
          </a:p>
          <a:p>
            <a:r>
              <a:rPr lang="zh-CN" altLang="en-US" sz="900" dirty="0">
                <a:solidFill>
                  <a:schemeClr val="tx1"/>
                </a:solidFill>
              </a:rPr>
              <a:t>          if (s[k] == '0' &amp;&amp; s[k + 1] == '0') {</a:t>
            </a:r>
          </a:p>
          <a:p>
            <a:r>
              <a:rPr lang="zh-CN" altLang="en-US" sz="900" dirty="0">
                <a:solidFill>
                  <a:schemeClr val="tx1"/>
                </a:solidFill>
              </a:rPr>
              <a:t>              string tmp = s;</a:t>
            </a:r>
          </a:p>
          <a:p>
            <a:r>
              <a:rPr lang="zh-CN" altLang="en-US" sz="900" dirty="0">
                <a:solidFill>
                  <a:schemeClr val="tx1"/>
                </a:solidFill>
              </a:rPr>
              <a:t>              tmp[k] = tmp[k + 1] = 'X';</a:t>
            </a:r>
          </a:p>
          <a:p>
            <a:r>
              <a:rPr lang="zh-CN" altLang="en-US" sz="900" dirty="0">
                <a:solidFill>
                  <a:schemeClr val="tx1"/>
                </a:solidFill>
              </a:rPr>
              <a:t>              if (!dfs(tmp))</a:t>
            </a:r>
          </a:p>
          <a:p>
            <a:r>
              <a:rPr lang="zh-CN" altLang="en-US" sz="900" dirty="0">
                <a:solidFill>
                  <a:schemeClr val="tx1"/>
                </a:solidFill>
              </a:rPr>
              <a:t>                  return m[s] = 1;</a:t>
            </a:r>
          </a:p>
          <a:p>
            <a:r>
              <a:rPr lang="zh-CN" altLang="en-US" sz="900" dirty="0">
                <a:solidFill>
                  <a:schemeClr val="tx1"/>
                </a:solidFill>
              </a:rPr>
              <a:t>          }</a:t>
            </a:r>
          </a:p>
          <a:p>
            <a:r>
              <a:rPr lang="zh-CN" altLang="en-US" sz="900" dirty="0">
                <a:solidFill>
                  <a:schemeClr val="tx1"/>
                </a:solidFill>
              </a:rPr>
              <a:t>      }</a:t>
            </a:r>
          </a:p>
          <a:p>
            <a:r>
              <a:rPr lang="zh-CN" altLang="en-US" sz="900" dirty="0">
                <a:solidFill>
                  <a:schemeClr val="tx1"/>
                </a:solidFill>
              </a:rPr>
              <a:t>  }</a:t>
            </a:r>
          </a:p>
          <a:p>
            <a:r>
              <a:rPr lang="zh-CN" altLang="en-US" sz="900" dirty="0">
                <a:solidFill>
                  <a:schemeClr val="tx1"/>
                </a:solidFill>
              </a:rPr>
              <a:t>  // 运行到此，这说明不存在下一步是必败的情况，所有我们这一步输了</a:t>
            </a:r>
          </a:p>
          <a:p>
            <a:r>
              <a:rPr lang="zh-CN" altLang="en-US" sz="900" dirty="0">
                <a:solidFill>
                  <a:schemeClr val="tx1"/>
                </a:solidFill>
              </a:rPr>
              <a:t>  return m[s] = false;</a:t>
            </a:r>
          </a:p>
          <a:p>
            <a:r>
              <a:rPr lang="zh-CN" altLang="en-US" sz="900" dirty="0">
                <a:solidFill>
                  <a:schemeClr val="tx1"/>
                </a:solidFill>
              </a:rPr>
              <a:t>}</a:t>
            </a:r>
          </a:p>
          <a:p>
            <a:r>
              <a:rPr lang="zh-CN" altLang="en-US" sz="900" dirty="0">
                <a:solidFill>
                  <a:schemeClr val="tx1"/>
                </a:solidFill>
              </a:rPr>
              <a:t>int main() {</a:t>
            </a:r>
          </a:p>
          <a:p>
            <a:r>
              <a:rPr lang="zh-CN" altLang="en-US" sz="900" dirty="0">
                <a:solidFill>
                  <a:schemeClr val="tx1"/>
                </a:solidFill>
              </a:rPr>
              <a:t>  string s[4] = {"X0000000", "XX000000", "0X000000", "0XX00000"};</a:t>
            </a:r>
          </a:p>
          <a:p>
            <a:r>
              <a:rPr lang="zh-CN" altLang="en-US" sz="900" dirty="0">
                <a:solidFill>
                  <a:schemeClr val="tx1"/>
                </a:solidFill>
              </a:rPr>
              <a:t>  for (auto i: s) {</a:t>
            </a:r>
          </a:p>
          <a:p>
            <a:r>
              <a:rPr lang="zh-CN" altLang="en-US" sz="900" dirty="0">
                <a:solidFill>
                  <a:schemeClr val="tx1"/>
                </a:solidFill>
              </a:rPr>
              <a:t>      cout &lt;&lt; (dfs(i)? 'L': 'V');</a:t>
            </a:r>
          </a:p>
          <a:p>
            <a:r>
              <a:rPr lang="zh-CN" altLang="en-US" sz="900" dirty="0">
                <a:solidFill>
                  <a:schemeClr val="tx1"/>
                </a:solidFill>
              </a:rPr>
              <a:t>  }</a:t>
            </a:r>
          </a:p>
          <a:p>
            <a:r>
              <a:rPr lang="zh-CN" altLang="en-US" sz="900" dirty="0">
                <a:solidFill>
                  <a:schemeClr val="tx1"/>
                </a:solidFill>
              </a:rPr>
              <a:t>  return 0;</a:t>
            </a:r>
          </a:p>
          <a:p>
            <a:r>
              <a:rPr lang="zh-CN" altLang="en-US" sz="900" dirty="0">
                <a:solidFill>
                  <a:schemeClr val="tx1"/>
                </a:solidFill>
              </a:rPr>
              <a:t>}</a:t>
            </a:r>
          </a:p>
        </p:txBody>
      </p:sp>
    </p:spTree>
  </p:cSld>
  <p:clrMapOvr>
    <a:masterClrMapping/>
  </p:clrMapOvr>
  <mc:AlternateContent xmlns:mc="http://schemas.openxmlformats.org/markup-compatibility/2006" xmlns:p14="http://schemas.microsoft.com/office/powerpoint/2010/main">
    <mc:Choice Requires="p14">
      <p:transition spd="slow" p14:dur="2000" advTm="34072"/>
    </mc:Choice>
    <mc:Fallback xmlns="">
      <p:transition spd="slow" advTm="34072"/>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Rectangle 2"/>
          <p:cNvSpPr txBox="1">
            <a:spLocks noChangeArrowheads="1"/>
          </p:cNvSpPr>
          <p:nvPr/>
        </p:nvSpPr>
        <p:spPr>
          <a:xfrm>
            <a:off x="681165" y="401863"/>
            <a:ext cx="10454100" cy="886502"/>
          </a:xfrm>
          <a:prstGeom prst="rect">
            <a:avLst/>
          </a:prstGeom>
          <a:noFill/>
          <a:ln w="9525">
            <a:noFill/>
            <a:miter lim="800000"/>
          </a:ln>
        </p:spPr>
        <p:txBody>
          <a:bodyPr vert="horz" wrap="square" lIns="91440" tIns="45720" rIns="91440" bIns="45720" numCol="1" anchor="b" anchorCtr="0" compatLnSpc="1"/>
          <a:lstStyle>
            <a:defPPr>
              <a:defRPr lang="en-US"/>
            </a:defPPr>
            <a:lvl1pPr algn="ctr" eaLnBrk="0" hangingPunct="0">
              <a:defRPr sz="5000">
                <a:solidFill>
                  <a:srgbClr val="CC0000"/>
                </a:solidFill>
                <a:effectLst>
                  <a:outerShdw blurRad="38100" dist="38100" dir="2700000" algn="tl">
                    <a:srgbClr val="000000">
                      <a:alpha val="43137"/>
                    </a:srgbClr>
                  </a:outerShdw>
                </a:effectLst>
                <a:latin typeface="+mn-lt"/>
                <a:ea typeface="+mj-ea"/>
                <a:cs typeface="+mj-cs"/>
              </a:defRPr>
            </a:lvl1pPr>
            <a:lvl2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2pPr>
            <a:lvl3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3pPr>
            <a:lvl4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4pPr>
            <a:lvl5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5pPr>
            <a:lvl6pPr marL="4572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6pPr>
            <a:lvl7pPr marL="9144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7pPr>
            <a:lvl8pPr marL="13716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8pPr>
            <a:lvl9pPr marL="18288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9pPr>
          </a:lstStyle>
          <a:p>
            <a:pPr algn="l"/>
            <a:r>
              <a:rPr lang="zh-CN" altLang="en-US" sz="4000" dirty="0">
                <a:solidFill>
                  <a:srgbClr val="C00000"/>
                </a:solidFill>
                <a:effectLst/>
                <a:latin typeface="微软雅黑" panose="020B0503020204020204" pitchFamily="34" charset="-122"/>
                <a:ea typeface="微软雅黑" panose="020B0503020204020204" pitchFamily="34" charset="-122"/>
              </a:rPr>
              <a:t>程序设计题</a:t>
            </a:r>
          </a:p>
        </p:txBody>
      </p:sp>
      <p:sp>
        <p:nvSpPr>
          <p:cNvPr id="2" name="灯片编号占位符 1"/>
          <p:cNvSpPr>
            <a:spLocks noGrp="1"/>
          </p:cNvSpPr>
          <p:nvPr>
            <p:ph type="sldNum" sz="quarter" idx="12"/>
          </p:nvPr>
        </p:nvSpPr>
        <p:spPr/>
        <p:txBody>
          <a:bodyPr vert="horz" lIns="91440" tIns="45720" rIns="91440" bIns="45720" rtlCol="0" anchor="ctr"/>
          <a:lstStyle/>
          <a:p>
            <a:fld id="{217794D7-36C4-4E93-AE7A-0CAF6AF174FC}" type="slidenum">
              <a:rPr lang="zh-CN" altLang="en-US" b="0" smtClean="0">
                <a:solidFill>
                  <a:schemeClr val="tx1"/>
                </a:solidFill>
              </a:rPr>
              <a:t>15</a:t>
            </a:fld>
            <a:endParaRPr lang="en-US" altLang="zh-CN" b="0" dirty="0">
              <a:solidFill>
                <a:schemeClr val="tx1"/>
              </a:solidFill>
            </a:endParaRPr>
          </a:p>
        </p:txBody>
      </p:sp>
      <p:sp>
        <p:nvSpPr>
          <p:cNvPr id="21" name="内容占位符 2"/>
          <p:cNvSpPr txBox="1"/>
          <p:nvPr/>
        </p:nvSpPr>
        <p:spPr>
          <a:xfrm>
            <a:off x="904030" y="1736741"/>
            <a:ext cx="10275334" cy="414644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lnSpc>
                <a:spcPct val="140000"/>
              </a:lnSpc>
              <a:spcAft>
                <a:spcPts val="0"/>
              </a:spcAft>
              <a:buFont typeface="Wingdings" panose="05000000000000000000" pitchFamily="2" charset="2"/>
              <a:buChar char="ü"/>
            </a:pPr>
            <a:r>
              <a:rPr lang="en-US" altLang="zh-CN" sz="2400" dirty="0">
                <a:latin typeface="微软雅黑" panose="020B0503020204020204" pitchFamily="34" charset="-122"/>
                <a:ea typeface="微软雅黑" panose="020B0503020204020204" pitchFamily="34" charset="-122"/>
              </a:rPr>
              <a:t>2023</a:t>
            </a:r>
            <a:r>
              <a:rPr lang="zh-CN" altLang="en-US" sz="2400" dirty="0">
                <a:latin typeface="微软雅黑" panose="020B0503020204020204" pitchFamily="34" charset="-122"/>
                <a:ea typeface="微软雅黑" panose="020B0503020204020204" pitchFamily="34" charset="-122"/>
              </a:rPr>
              <a:t>年之前，共</a:t>
            </a:r>
            <a:r>
              <a:rPr lang="en-US" altLang="zh-CN" sz="2400" dirty="0">
                <a:latin typeface="微软雅黑" panose="020B0503020204020204" pitchFamily="34" charset="-122"/>
                <a:ea typeface="微软雅黑" panose="020B0503020204020204" pitchFamily="34" charset="-122"/>
              </a:rPr>
              <a:t>8</a:t>
            </a:r>
            <a:r>
              <a:rPr lang="zh-CN" altLang="en-US" sz="2400" dirty="0">
                <a:latin typeface="微软雅黑" panose="020B0503020204020204" pitchFamily="34" charset="-122"/>
                <a:ea typeface="微软雅黑" panose="020B0503020204020204" pitchFamily="34" charset="-122"/>
              </a:rPr>
              <a:t>题，分值分别为：</a:t>
            </a:r>
            <a:r>
              <a:rPr lang="en-US" altLang="zh-CN" sz="2400" dirty="0">
                <a:latin typeface="微软雅黑" panose="020B0503020204020204" pitchFamily="34" charset="-122"/>
                <a:ea typeface="微软雅黑" panose="020B0503020204020204" pitchFamily="34" charset="-122"/>
              </a:rPr>
              <a:t>10</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10</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15</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15</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20</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20</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25</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25</a:t>
            </a:r>
            <a:r>
              <a:rPr lang="zh-CN" altLang="en-US" sz="2400" dirty="0">
                <a:latin typeface="微软雅黑" panose="020B0503020204020204" pitchFamily="34" charset="-122"/>
                <a:ea typeface="微软雅黑" panose="020B0503020204020204" pitchFamily="34" charset="-122"/>
              </a:rPr>
              <a:t>。总分</a:t>
            </a:r>
            <a:r>
              <a:rPr lang="en-US" altLang="zh-CN" sz="2400" dirty="0">
                <a:latin typeface="微软雅黑" panose="020B0503020204020204" pitchFamily="34" charset="-122"/>
                <a:ea typeface="微软雅黑" panose="020B0503020204020204" pitchFamily="34" charset="-122"/>
              </a:rPr>
              <a:t>140</a:t>
            </a:r>
            <a:r>
              <a:rPr lang="zh-CN" altLang="en-US" sz="2400" dirty="0">
                <a:latin typeface="微软雅黑" panose="020B0503020204020204" pitchFamily="34" charset="-122"/>
                <a:ea typeface="微软雅黑" panose="020B0503020204020204" pitchFamily="34" charset="-122"/>
              </a:rPr>
              <a:t>。</a:t>
            </a:r>
          </a:p>
          <a:p>
            <a:pPr fontAlgn="auto">
              <a:lnSpc>
                <a:spcPct val="140000"/>
              </a:lnSpc>
              <a:spcAft>
                <a:spcPts val="0"/>
              </a:spcAft>
              <a:buFont typeface="Wingdings" panose="05000000000000000000" pitchFamily="2" charset="2"/>
              <a:buChar char="ü"/>
            </a:pPr>
            <a:r>
              <a:rPr lang="en-US" altLang="zh-CN" sz="2400" dirty="0">
                <a:solidFill>
                  <a:srgbClr val="0070C0"/>
                </a:solidFill>
                <a:latin typeface="微软雅黑" panose="020B0503020204020204" pitchFamily="34" charset="-122"/>
                <a:ea typeface="微软雅黑" panose="020B0503020204020204" pitchFamily="34" charset="-122"/>
              </a:rPr>
              <a:t>2024</a:t>
            </a:r>
            <a:r>
              <a:rPr lang="zh-CN" altLang="en-US" sz="2400" dirty="0">
                <a:solidFill>
                  <a:srgbClr val="0070C0"/>
                </a:solidFill>
                <a:latin typeface="微软雅黑" panose="020B0503020204020204" pitchFamily="34" charset="-122"/>
                <a:ea typeface="微软雅黑" panose="020B0503020204020204" pitchFamily="34" charset="-122"/>
              </a:rPr>
              <a:t>年，共</a:t>
            </a:r>
            <a:r>
              <a:rPr lang="en-US" altLang="zh-CN" sz="2400" dirty="0">
                <a:solidFill>
                  <a:srgbClr val="0070C0"/>
                </a:solidFill>
                <a:latin typeface="微软雅黑" panose="020B0503020204020204" pitchFamily="34" charset="-122"/>
                <a:ea typeface="微软雅黑" panose="020B0503020204020204" pitchFamily="34" charset="-122"/>
              </a:rPr>
              <a:t>6</a:t>
            </a:r>
            <a:r>
              <a:rPr lang="zh-CN" altLang="en-US" sz="2400" dirty="0">
                <a:solidFill>
                  <a:srgbClr val="0070C0"/>
                </a:solidFill>
                <a:latin typeface="微软雅黑" panose="020B0503020204020204" pitchFamily="34" charset="-122"/>
                <a:ea typeface="微软雅黑" panose="020B0503020204020204" pitchFamily="34" charset="-122"/>
              </a:rPr>
              <a:t>题</a:t>
            </a:r>
            <a:r>
              <a:rPr lang="zh-CN" altLang="en-US" sz="2400" dirty="0">
                <a:latin typeface="微软雅黑" panose="020B0503020204020204" pitchFamily="34" charset="-122"/>
                <a:ea typeface="微软雅黑" panose="020B0503020204020204" pitchFamily="34" charset="-122"/>
              </a:rPr>
              <a:t>，分值分别为：</a:t>
            </a:r>
            <a:r>
              <a:rPr lang="en-US" altLang="zh-CN" sz="2400" dirty="0">
                <a:latin typeface="微软雅黑" panose="020B0503020204020204" pitchFamily="34" charset="-122"/>
                <a:ea typeface="微软雅黑" panose="020B0503020204020204" pitchFamily="34" charset="-122"/>
              </a:rPr>
              <a:t>10</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10</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15</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15</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20</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20</a:t>
            </a:r>
            <a:r>
              <a:rPr lang="zh-CN" altLang="en-US" sz="2400" dirty="0">
                <a:latin typeface="微软雅黑" panose="020B0503020204020204" pitchFamily="34" charset="-122"/>
                <a:ea typeface="微软雅黑" panose="020B0503020204020204" pitchFamily="34" charset="-122"/>
              </a:rPr>
              <a:t>。总分</a:t>
            </a:r>
            <a:r>
              <a:rPr lang="en-US" altLang="zh-CN" sz="2400" dirty="0">
                <a:latin typeface="微软雅黑" panose="020B0503020204020204" pitchFamily="34" charset="-122"/>
                <a:ea typeface="微软雅黑" panose="020B0503020204020204" pitchFamily="34" charset="-122"/>
              </a:rPr>
              <a:t>90</a:t>
            </a:r>
            <a:r>
              <a:rPr lang="zh-CN" altLang="en-US"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a:p>
            <a:pPr fontAlgn="auto">
              <a:lnSpc>
                <a:spcPct val="140000"/>
              </a:lnSpc>
              <a:spcAft>
                <a:spcPts val="0"/>
              </a:spcAft>
              <a:buFont typeface="Wingdings" panose="05000000000000000000" pitchFamily="2" charset="2"/>
              <a:buChar char="ü"/>
            </a:pPr>
            <a:endParaRPr lang="en-US" altLang="zh-CN" sz="2400" dirty="0">
              <a:latin typeface="微软雅黑" panose="020B0503020204020204" pitchFamily="34" charset="-122"/>
              <a:ea typeface="微软雅黑" panose="020B0503020204020204" pitchFamily="34" charset="-122"/>
            </a:endParaRPr>
          </a:p>
          <a:p>
            <a:pPr fontAlgn="auto">
              <a:lnSpc>
                <a:spcPct val="140000"/>
              </a:lnSpc>
              <a:spcAft>
                <a:spcPts val="0"/>
              </a:spcAft>
              <a:buFont typeface="Wingdings" panose="05000000000000000000" pitchFamily="2" charset="2"/>
              <a:buChar char="ü"/>
            </a:pPr>
            <a:r>
              <a:rPr lang="zh-CN" altLang="en-US" sz="2400" dirty="0">
                <a:latin typeface="微软雅黑" panose="020B0503020204020204" pitchFamily="34" charset="-122"/>
                <a:ea typeface="微软雅黑" panose="020B0503020204020204" pitchFamily="34" charset="-122"/>
              </a:rPr>
              <a:t>每道题有时间限制、空间限制。</a:t>
            </a:r>
          </a:p>
        </p:txBody>
      </p:sp>
    </p:spTree>
  </p:cSld>
  <p:clrMapOvr>
    <a:masterClrMapping/>
  </p:clrMapOvr>
  <mc:AlternateContent xmlns:mc="http://schemas.openxmlformats.org/markup-compatibility/2006" xmlns:p14="http://schemas.microsoft.com/office/powerpoint/2010/main">
    <mc:Choice Requires="p14">
      <p:transition spd="slow" p14:dur="2000" advTm="96328"/>
    </mc:Choice>
    <mc:Fallback xmlns="">
      <p:transition spd="slow" advTm="96328"/>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Rectangle 2"/>
          <p:cNvSpPr txBox="1">
            <a:spLocks noChangeArrowheads="1"/>
          </p:cNvSpPr>
          <p:nvPr/>
        </p:nvSpPr>
        <p:spPr>
          <a:xfrm>
            <a:off x="681165" y="401863"/>
            <a:ext cx="10454100" cy="431152"/>
          </a:xfrm>
          <a:prstGeom prst="rect">
            <a:avLst/>
          </a:prstGeom>
          <a:noFill/>
          <a:ln w="9525">
            <a:noFill/>
            <a:miter lim="800000"/>
          </a:ln>
        </p:spPr>
        <p:txBody>
          <a:bodyPr vert="horz" wrap="square" lIns="91440" tIns="45720" rIns="91440" bIns="45720" numCol="1" anchor="b" anchorCtr="0" compatLnSpc="1"/>
          <a:lstStyle>
            <a:defPPr>
              <a:defRPr lang="en-US"/>
            </a:defPPr>
            <a:lvl1pPr algn="ctr" eaLnBrk="0" hangingPunct="0">
              <a:defRPr sz="5000">
                <a:solidFill>
                  <a:srgbClr val="CC0000"/>
                </a:solidFill>
                <a:effectLst>
                  <a:outerShdw blurRad="38100" dist="38100" dir="2700000" algn="tl">
                    <a:srgbClr val="000000">
                      <a:alpha val="43137"/>
                    </a:srgbClr>
                  </a:outerShdw>
                </a:effectLst>
                <a:latin typeface="+mn-lt"/>
                <a:ea typeface="+mj-ea"/>
                <a:cs typeface="+mj-cs"/>
              </a:defRPr>
            </a:lvl1pPr>
            <a:lvl2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2pPr>
            <a:lvl3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3pPr>
            <a:lvl4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4pPr>
            <a:lvl5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5pPr>
            <a:lvl6pPr marL="4572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6pPr>
            <a:lvl7pPr marL="9144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7pPr>
            <a:lvl8pPr marL="13716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8pPr>
            <a:lvl9pPr marL="18288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9pPr>
          </a:lstStyle>
          <a:p>
            <a:pPr algn="l"/>
            <a:r>
              <a:rPr lang="zh-CN" altLang="en-US" sz="3200" dirty="0">
                <a:solidFill>
                  <a:srgbClr val="C00000"/>
                </a:solidFill>
                <a:effectLst/>
                <a:latin typeface="微软雅黑" panose="020B0503020204020204" pitchFamily="34" charset="-122"/>
                <a:ea typeface="微软雅黑" panose="020B0503020204020204" pitchFamily="34" charset="-122"/>
              </a:rPr>
              <a:t>程序设计题：简单例子</a:t>
            </a:r>
          </a:p>
        </p:txBody>
      </p:sp>
      <p:sp>
        <p:nvSpPr>
          <p:cNvPr id="2" name="灯片编号占位符 1"/>
          <p:cNvSpPr>
            <a:spLocks noGrp="1"/>
          </p:cNvSpPr>
          <p:nvPr>
            <p:ph type="sldNum" sz="quarter" idx="12"/>
          </p:nvPr>
        </p:nvSpPr>
        <p:spPr/>
        <p:txBody>
          <a:bodyPr vert="horz" lIns="91440" tIns="45720" rIns="91440" bIns="45720" rtlCol="0" anchor="ctr"/>
          <a:lstStyle/>
          <a:p>
            <a:fld id="{217794D7-36C4-4E93-AE7A-0CAF6AF174FC}" type="slidenum">
              <a:rPr lang="zh-CN" altLang="en-US" b="0" smtClean="0">
                <a:solidFill>
                  <a:schemeClr val="tx1"/>
                </a:solidFill>
              </a:rPr>
              <a:t>16</a:t>
            </a:fld>
            <a:endParaRPr lang="en-US" altLang="zh-CN" b="0" dirty="0">
              <a:solidFill>
                <a:schemeClr val="tx1"/>
              </a:solidFill>
            </a:endParaRPr>
          </a:p>
        </p:txBody>
      </p:sp>
      <p:sp>
        <p:nvSpPr>
          <p:cNvPr id="21" name="内容占位符 2"/>
          <p:cNvSpPr txBox="1"/>
          <p:nvPr/>
        </p:nvSpPr>
        <p:spPr>
          <a:xfrm>
            <a:off x="670420" y="1138425"/>
            <a:ext cx="10842055" cy="487684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ct val="120000"/>
              </a:lnSpc>
              <a:spcBef>
                <a:spcPts val="0"/>
              </a:spcBef>
              <a:spcAft>
                <a:spcPts val="0"/>
              </a:spcAft>
              <a:buNone/>
            </a:pPr>
            <a:r>
              <a:rPr lang="en-US" altLang="zh-CN" sz="2000" dirty="0">
                <a:latin typeface="微软雅黑" panose="020B0503020204020204" pitchFamily="34" charset="-122"/>
                <a:ea typeface="微软雅黑" panose="020B0503020204020204" pitchFamily="34" charset="-122"/>
              </a:rPr>
              <a:t>2023</a:t>
            </a:r>
            <a:r>
              <a:rPr lang="zh-CN" altLang="en-US" sz="2000" dirty="0">
                <a:latin typeface="微软雅黑" panose="020B0503020204020204" pitchFamily="34" charset="-122"/>
                <a:ea typeface="微软雅黑" panose="020B0503020204020204" pitchFamily="34" charset="-122"/>
              </a:rPr>
              <a:t>年第十四届蓝桥杯省赛</a:t>
            </a:r>
            <a:r>
              <a:rPr lang="en-US" altLang="zh-CN" sz="2000" dirty="0">
                <a:latin typeface="微软雅黑" panose="020B0503020204020204" pitchFamily="34" charset="-122"/>
                <a:ea typeface="微软雅黑" panose="020B0503020204020204" pitchFamily="34" charset="-122"/>
              </a:rPr>
              <a:t>C/C++</a:t>
            </a:r>
            <a:r>
              <a:rPr lang="zh-CN" altLang="en-US" sz="2000" dirty="0">
                <a:latin typeface="微软雅黑" panose="020B0503020204020204" pitchFamily="34" charset="-122"/>
                <a:ea typeface="微软雅黑" panose="020B0503020204020204" pitchFamily="34" charset="-122"/>
              </a:rPr>
              <a:t>大学</a:t>
            </a:r>
            <a:r>
              <a:rPr lang="en-US" altLang="zh-CN" sz="2000" dirty="0">
                <a:latin typeface="微软雅黑" panose="020B0503020204020204" pitchFamily="34" charset="-122"/>
                <a:ea typeface="微软雅黑" panose="020B0503020204020204" pitchFamily="34" charset="-122"/>
              </a:rPr>
              <a:t>C</a:t>
            </a:r>
            <a:r>
              <a:rPr lang="zh-CN" altLang="en-US" sz="2000" dirty="0">
                <a:latin typeface="微软雅黑" panose="020B0503020204020204" pitchFamily="34" charset="-122"/>
                <a:ea typeface="微软雅黑" panose="020B0503020204020204" pitchFamily="34" charset="-122"/>
              </a:rPr>
              <a:t>组试题</a:t>
            </a:r>
            <a:r>
              <a:rPr lang="en-US" altLang="zh-CN" sz="2000" dirty="0">
                <a:latin typeface="微软雅黑" panose="020B0503020204020204" pitchFamily="34" charset="-122"/>
                <a:ea typeface="微软雅黑" panose="020B0503020204020204" pitchFamily="34" charset="-122"/>
              </a:rPr>
              <a:t>E</a:t>
            </a:r>
            <a:r>
              <a:rPr lang="zh-CN" altLang="en-US" sz="2000" dirty="0">
                <a:latin typeface="微软雅黑" panose="020B0503020204020204" pitchFamily="34" charset="-122"/>
                <a:ea typeface="微软雅黑" panose="020B0503020204020204" pitchFamily="34" charset="-122"/>
              </a:rPr>
              <a:t>：翻转</a:t>
            </a:r>
            <a:r>
              <a:rPr lang="zh-CN" altLang="en-US" sz="2000" dirty="0">
                <a:solidFill>
                  <a:srgbClr val="0070C0"/>
                </a:solidFill>
                <a:latin typeface="微软雅黑" panose="020B0503020204020204" pitchFamily="34" charset="-122"/>
                <a:ea typeface="微软雅黑" panose="020B0503020204020204" pitchFamily="34" charset="-122"/>
                <a:sym typeface="+mn-ea"/>
              </a:rPr>
              <a:t>【</a:t>
            </a:r>
            <a:r>
              <a:rPr lang="en-US" altLang="zh-CN" sz="2000" dirty="0">
                <a:solidFill>
                  <a:srgbClr val="0070C0"/>
                </a:solidFill>
                <a:latin typeface="微软雅黑" panose="020B0503020204020204" pitchFamily="34" charset="-122"/>
                <a:ea typeface="微软雅黑" panose="020B0503020204020204" pitchFamily="34" charset="-122"/>
                <a:sym typeface="+mn-ea"/>
              </a:rPr>
              <a:t>lanqiaoOJ 3520</a:t>
            </a:r>
            <a:r>
              <a:rPr lang="zh-CN" altLang="en-US" sz="2000" dirty="0">
                <a:solidFill>
                  <a:srgbClr val="0070C0"/>
                </a:solidFill>
                <a:latin typeface="微软雅黑" panose="020B0503020204020204" pitchFamily="34" charset="-122"/>
                <a:ea typeface="微软雅黑" panose="020B0503020204020204" pitchFamily="34" charset="-122"/>
                <a:sym typeface="+mn-ea"/>
              </a:rPr>
              <a:t>】</a:t>
            </a:r>
            <a:endParaRPr lang="en-US" altLang="zh-CN" sz="2000" dirty="0">
              <a:latin typeface="微软雅黑" panose="020B0503020204020204" pitchFamily="34" charset="-122"/>
              <a:ea typeface="微软雅黑" panose="020B0503020204020204" pitchFamily="34" charset="-122"/>
            </a:endParaRPr>
          </a:p>
          <a:p>
            <a:pPr marL="0" indent="0" fontAlgn="auto">
              <a:lnSpc>
                <a:spcPct val="120000"/>
              </a:lnSpc>
              <a:spcBef>
                <a:spcPts val="0"/>
              </a:spcBef>
              <a:spcAft>
                <a:spcPts val="0"/>
              </a:spcAft>
              <a:buNone/>
            </a:pPr>
            <a:r>
              <a:rPr lang="zh-CN" altLang="en-US" sz="2000" dirty="0">
                <a:solidFill>
                  <a:srgbClr val="0070C0"/>
                </a:solidFill>
                <a:latin typeface="微软雅黑" panose="020B0503020204020204" pitchFamily="34" charset="-122"/>
                <a:ea typeface="微软雅黑" panose="020B0503020204020204" pitchFamily="34" charset="-122"/>
              </a:rPr>
              <a:t>时间限制</a:t>
            </a:r>
            <a:r>
              <a:rPr lang="en-US" altLang="zh-CN" sz="2000" dirty="0">
                <a:solidFill>
                  <a:srgbClr val="0070C0"/>
                </a:solidFill>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1.0s </a:t>
            </a:r>
            <a:r>
              <a:rPr lang="zh-CN" altLang="en-US" sz="2000" dirty="0">
                <a:latin typeface="微软雅黑" panose="020B0503020204020204" pitchFamily="34" charset="-122"/>
                <a:ea typeface="微软雅黑" panose="020B0503020204020204" pitchFamily="34" charset="-122"/>
              </a:rPr>
              <a:t>内存限制</a:t>
            </a:r>
            <a:r>
              <a:rPr lang="en-US" altLang="zh-CN" sz="2000" dirty="0">
                <a:latin typeface="微软雅黑" panose="020B0503020204020204" pitchFamily="34" charset="-122"/>
                <a:ea typeface="微软雅黑" panose="020B0503020204020204" pitchFamily="34" charset="-122"/>
              </a:rPr>
              <a:t>: 256.0MB </a:t>
            </a:r>
            <a:r>
              <a:rPr lang="zh-CN" altLang="en-US" sz="2000" dirty="0">
                <a:latin typeface="微软雅黑" panose="020B0503020204020204" pitchFamily="34" charset="-122"/>
                <a:ea typeface="微软雅黑" panose="020B0503020204020204" pitchFamily="34" charset="-122"/>
              </a:rPr>
              <a:t>本题总分：</a:t>
            </a:r>
            <a:r>
              <a:rPr lang="en-US" altLang="zh-CN" sz="2000" dirty="0">
                <a:latin typeface="微软雅黑" panose="020B0503020204020204" pitchFamily="34" charset="-122"/>
                <a:ea typeface="微软雅黑" panose="020B0503020204020204" pitchFamily="34" charset="-122"/>
              </a:rPr>
              <a:t>15</a:t>
            </a:r>
            <a:r>
              <a:rPr lang="zh-CN" altLang="en-US" sz="2000" dirty="0">
                <a:latin typeface="微软雅黑" panose="020B0503020204020204" pitchFamily="34" charset="-122"/>
                <a:ea typeface="微软雅黑" panose="020B0503020204020204" pitchFamily="34" charset="-122"/>
              </a:rPr>
              <a:t>分</a:t>
            </a:r>
          </a:p>
          <a:p>
            <a:pPr marL="0" indent="0">
              <a:lnSpc>
                <a:spcPct val="120000"/>
              </a:lnSpc>
              <a:spcBef>
                <a:spcPts val="0"/>
              </a:spcBef>
              <a:spcAft>
                <a:spcPts val="0"/>
              </a:spcAft>
              <a:buNone/>
            </a:pPr>
            <a:r>
              <a:rPr lang="zh-CN" altLang="en-US" sz="2000" dirty="0">
                <a:solidFill>
                  <a:srgbClr val="0070C0"/>
                </a:solidFill>
                <a:latin typeface="微软雅黑" panose="020B0503020204020204" pitchFamily="34" charset="-122"/>
                <a:ea typeface="微软雅黑" panose="020B0503020204020204" pitchFamily="34" charset="-122"/>
              </a:rPr>
              <a:t>问题描述：</a:t>
            </a:r>
            <a:r>
              <a:rPr lang="zh-CN" altLang="en-US" sz="2000" dirty="0">
                <a:latin typeface="微软雅黑" panose="020B0503020204020204" pitchFamily="34" charset="-122"/>
                <a:ea typeface="微软雅黑" panose="020B0503020204020204" pitchFamily="34" charset="-122"/>
              </a:rPr>
              <a:t>小蓝用黑白棋的</a:t>
            </a:r>
            <a:r>
              <a:rPr lang="en-US" altLang="zh-CN" sz="2000" dirty="0">
                <a:latin typeface="微软雅黑" panose="020B0503020204020204" pitchFamily="34" charset="-122"/>
                <a:ea typeface="微软雅黑" panose="020B0503020204020204" pitchFamily="34" charset="-122"/>
              </a:rPr>
              <a:t>n</a:t>
            </a:r>
            <a:r>
              <a:rPr lang="zh-CN" altLang="en-US" sz="2000" dirty="0">
                <a:latin typeface="微软雅黑" panose="020B0503020204020204" pitchFamily="34" charset="-122"/>
                <a:ea typeface="微软雅黑" panose="020B0503020204020204" pitchFamily="34" charset="-122"/>
              </a:rPr>
              <a:t>个棋子排成了一行，他在脑海里想象出了一个长度为</a:t>
            </a:r>
            <a:r>
              <a:rPr lang="en-US" altLang="zh-CN" sz="2000" dirty="0">
                <a:latin typeface="微软雅黑" panose="020B0503020204020204" pitchFamily="34" charset="-122"/>
                <a:ea typeface="微软雅黑" panose="020B0503020204020204" pitchFamily="34" charset="-122"/>
              </a:rPr>
              <a:t>n</a:t>
            </a:r>
            <a:r>
              <a:rPr lang="zh-CN" altLang="en-US" sz="2000" dirty="0">
                <a:latin typeface="微软雅黑" panose="020B0503020204020204" pitchFamily="34" charset="-122"/>
                <a:ea typeface="微软雅黑" panose="020B0503020204020204" pitchFamily="34" charset="-122"/>
              </a:rPr>
              <a:t>的</a:t>
            </a:r>
            <a:r>
              <a:rPr lang="en-US" altLang="zh-CN" sz="2000" dirty="0">
                <a:latin typeface="微软雅黑" panose="020B0503020204020204" pitchFamily="34" charset="-122"/>
                <a:ea typeface="微软雅黑" panose="020B0503020204020204" pitchFamily="34" charset="-122"/>
              </a:rPr>
              <a:t>01</a:t>
            </a:r>
            <a:r>
              <a:rPr lang="zh-CN" altLang="en-US" sz="2000" dirty="0">
                <a:latin typeface="微软雅黑" panose="020B0503020204020204" pitchFamily="34" charset="-122"/>
                <a:ea typeface="微软雅黑" panose="020B0503020204020204" pitchFamily="34" charset="-122"/>
              </a:rPr>
              <a:t>串</a:t>
            </a:r>
            <a:r>
              <a:rPr lang="en-US" altLang="zh-CN" sz="2000" dirty="0">
                <a:latin typeface="微软雅黑" panose="020B0503020204020204" pitchFamily="34" charset="-122"/>
                <a:ea typeface="微软雅黑" panose="020B0503020204020204" pitchFamily="34" charset="-122"/>
              </a:rPr>
              <a:t>T</a:t>
            </a:r>
            <a:r>
              <a:rPr lang="zh-CN" altLang="en-US" sz="2000" dirty="0">
                <a:latin typeface="微软雅黑" panose="020B0503020204020204" pitchFamily="34" charset="-122"/>
                <a:ea typeface="微软雅黑" panose="020B0503020204020204" pitchFamily="34" charset="-122"/>
              </a:rPr>
              <a:t>，他发现如果把黑棋当做</a:t>
            </a:r>
            <a:r>
              <a:rPr lang="en-US" altLang="zh-CN" sz="2000" dirty="0">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，白棋当做</a:t>
            </a:r>
            <a:r>
              <a:rPr lang="en-US" altLang="zh-CN" sz="2000" dirty="0">
                <a:latin typeface="微软雅黑" panose="020B0503020204020204" pitchFamily="34" charset="-122"/>
                <a:ea typeface="微软雅黑" panose="020B0503020204020204" pitchFamily="34" charset="-122"/>
              </a:rPr>
              <a:t>0</a:t>
            </a:r>
            <a:r>
              <a:rPr lang="zh-CN" altLang="en-US" sz="2000" dirty="0">
                <a:latin typeface="微软雅黑" panose="020B0503020204020204" pitchFamily="34" charset="-122"/>
                <a:ea typeface="微软雅黑" panose="020B0503020204020204" pitchFamily="34" charset="-122"/>
              </a:rPr>
              <a:t>，这一行棋子也是一个长度为</a:t>
            </a:r>
            <a:r>
              <a:rPr lang="en-US" altLang="zh-CN" sz="2000" dirty="0">
                <a:latin typeface="微软雅黑" panose="020B0503020204020204" pitchFamily="34" charset="-122"/>
                <a:ea typeface="微软雅黑" panose="020B0503020204020204" pitchFamily="34" charset="-122"/>
              </a:rPr>
              <a:t>n</a:t>
            </a:r>
            <a:r>
              <a:rPr lang="zh-CN" altLang="en-US" sz="2000" dirty="0">
                <a:latin typeface="微软雅黑" panose="020B0503020204020204" pitchFamily="34" charset="-122"/>
                <a:ea typeface="微软雅黑" panose="020B0503020204020204" pitchFamily="34" charset="-122"/>
              </a:rPr>
              <a:t>的</a:t>
            </a:r>
            <a:r>
              <a:rPr lang="en-US" altLang="zh-CN" sz="2000" dirty="0">
                <a:latin typeface="微软雅黑" panose="020B0503020204020204" pitchFamily="34" charset="-122"/>
                <a:ea typeface="微软雅黑" panose="020B0503020204020204" pitchFamily="34" charset="-122"/>
              </a:rPr>
              <a:t>01</a:t>
            </a:r>
            <a:r>
              <a:rPr lang="zh-CN" altLang="en-US" sz="2000" dirty="0">
                <a:latin typeface="微软雅黑" panose="020B0503020204020204" pitchFamily="34" charset="-122"/>
                <a:ea typeface="微软雅黑" panose="020B0503020204020204" pitchFamily="34" charset="-122"/>
              </a:rPr>
              <a:t>串</a:t>
            </a:r>
            <a:r>
              <a:rPr lang="en-US" altLang="zh-CN" sz="2000" dirty="0">
                <a:latin typeface="微软雅黑" panose="020B0503020204020204" pitchFamily="34" charset="-122"/>
                <a:ea typeface="微软雅黑" panose="020B0503020204020204" pitchFamily="34" charset="-122"/>
              </a:rPr>
              <a:t>S</a:t>
            </a:r>
            <a:r>
              <a:rPr lang="zh-CN" altLang="en-US" sz="2000" dirty="0">
                <a:latin typeface="微软雅黑" panose="020B0503020204020204" pitchFamily="34" charset="-122"/>
                <a:ea typeface="微软雅黑" panose="020B0503020204020204" pitchFamily="34" charset="-122"/>
              </a:rPr>
              <a:t>。</a:t>
            </a:r>
          </a:p>
          <a:p>
            <a:pPr marL="0" indent="0">
              <a:lnSpc>
                <a:spcPct val="120000"/>
              </a:lnSpc>
              <a:spcBef>
                <a:spcPts val="0"/>
              </a:spcBef>
              <a:spcAft>
                <a:spcPts val="0"/>
              </a:spcAft>
              <a:buNone/>
            </a:pPr>
            <a:r>
              <a:rPr lang="zh-CN" altLang="en-US" sz="2000" dirty="0">
                <a:latin typeface="微软雅黑" panose="020B0503020204020204" pitchFamily="34" charset="-122"/>
                <a:ea typeface="微软雅黑" panose="020B0503020204020204" pitchFamily="34" charset="-122"/>
              </a:rPr>
              <a:t>小蓝决定，如果在</a:t>
            </a:r>
            <a:r>
              <a:rPr lang="en-US" altLang="zh-CN" sz="2000" dirty="0">
                <a:latin typeface="微软雅黑" panose="020B0503020204020204" pitchFamily="34" charset="-122"/>
                <a:ea typeface="微软雅黑" panose="020B0503020204020204" pitchFamily="34" charset="-122"/>
              </a:rPr>
              <a:t>S</a:t>
            </a:r>
            <a:r>
              <a:rPr lang="zh-CN" altLang="en-US" sz="2000" dirty="0">
                <a:latin typeface="微软雅黑" panose="020B0503020204020204" pitchFamily="34" charset="-122"/>
                <a:ea typeface="微软雅黑" panose="020B0503020204020204" pitchFamily="34" charset="-122"/>
              </a:rPr>
              <a:t>中发现一个棋子和它两边的棋子都不一样，就可以将其翻转变成另一个颜色。也就是说，如果</a:t>
            </a:r>
            <a:r>
              <a:rPr lang="en-US" altLang="zh-CN" sz="2000" dirty="0">
                <a:latin typeface="微软雅黑" panose="020B0503020204020204" pitchFamily="34" charset="-122"/>
                <a:ea typeface="微软雅黑" panose="020B0503020204020204" pitchFamily="34" charset="-122"/>
              </a:rPr>
              <a:t>S</a:t>
            </a:r>
            <a:r>
              <a:rPr lang="zh-CN" altLang="en-US" sz="2000" dirty="0">
                <a:latin typeface="微软雅黑" panose="020B0503020204020204" pitchFamily="34" charset="-122"/>
                <a:ea typeface="微软雅黑" panose="020B0503020204020204" pitchFamily="34" charset="-122"/>
              </a:rPr>
              <a:t>中存在子串</a:t>
            </a:r>
            <a:r>
              <a:rPr lang="en-US" altLang="zh-CN" sz="2000" dirty="0">
                <a:latin typeface="微软雅黑" panose="020B0503020204020204" pitchFamily="34" charset="-122"/>
                <a:ea typeface="微软雅黑" panose="020B0503020204020204" pitchFamily="34" charset="-122"/>
              </a:rPr>
              <a:t>101</a:t>
            </a:r>
            <a:r>
              <a:rPr lang="zh-CN" altLang="en-US" sz="2000" dirty="0">
                <a:latin typeface="微软雅黑" panose="020B0503020204020204" pitchFamily="34" charset="-122"/>
                <a:ea typeface="微软雅黑" panose="020B0503020204020204" pitchFamily="34" charset="-122"/>
              </a:rPr>
              <a:t>或者</a:t>
            </a:r>
            <a:r>
              <a:rPr lang="en-US" altLang="zh-CN" sz="2000" dirty="0">
                <a:latin typeface="微软雅黑" panose="020B0503020204020204" pitchFamily="34" charset="-122"/>
                <a:ea typeface="微软雅黑" panose="020B0503020204020204" pitchFamily="34" charset="-122"/>
              </a:rPr>
              <a:t>010</a:t>
            </a:r>
            <a:r>
              <a:rPr lang="zh-CN" altLang="en-US" sz="2000" dirty="0">
                <a:latin typeface="微软雅黑" panose="020B0503020204020204" pitchFamily="34" charset="-122"/>
                <a:ea typeface="微软雅黑" panose="020B0503020204020204" pitchFamily="34" charset="-122"/>
              </a:rPr>
              <a:t>，就可以选择将其分别变为</a:t>
            </a:r>
            <a:r>
              <a:rPr lang="en-US" altLang="zh-CN" sz="2000" dirty="0">
                <a:latin typeface="微软雅黑" panose="020B0503020204020204" pitchFamily="34" charset="-122"/>
                <a:ea typeface="微软雅黑" panose="020B0503020204020204" pitchFamily="34" charset="-122"/>
              </a:rPr>
              <a:t>111</a:t>
            </a:r>
            <a:r>
              <a:rPr lang="zh-CN" altLang="en-US" sz="2000" dirty="0">
                <a:latin typeface="微软雅黑" panose="020B0503020204020204" pitchFamily="34" charset="-122"/>
                <a:ea typeface="微软雅黑" panose="020B0503020204020204" pitchFamily="34" charset="-122"/>
              </a:rPr>
              <a:t>和 </a:t>
            </a:r>
            <a:r>
              <a:rPr lang="en-US" altLang="zh-CN" sz="2000" dirty="0">
                <a:latin typeface="微软雅黑" panose="020B0503020204020204" pitchFamily="34" charset="-122"/>
                <a:ea typeface="微软雅黑" panose="020B0503020204020204" pitchFamily="34" charset="-122"/>
              </a:rPr>
              <a:t>000</a:t>
            </a:r>
            <a:r>
              <a:rPr lang="zh-CN" altLang="en-US" sz="2000" dirty="0">
                <a:latin typeface="微软雅黑" panose="020B0503020204020204" pitchFamily="34" charset="-122"/>
                <a:ea typeface="微软雅黑" panose="020B0503020204020204" pitchFamily="34" charset="-122"/>
              </a:rPr>
              <a:t>，这样的操作可以无限重复。</a:t>
            </a:r>
          </a:p>
          <a:p>
            <a:pPr marL="0" indent="0">
              <a:lnSpc>
                <a:spcPct val="120000"/>
              </a:lnSpc>
              <a:spcBef>
                <a:spcPts val="0"/>
              </a:spcBef>
              <a:spcAft>
                <a:spcPts val="0"/>
              </a:spcAft>
              <a:buNone/>
            </a:pPr>
            <a:r>
              <a:rPr lang="zh-CN" altLang="en-US" sz="2000" dirty="0">
                <a:latin typeface="微软雅黑" panose="020B0503020204020204" pitchFamily="34" charset="-122"/>
                <a:ea typeface="微软雅黑" panose="020B0503020204020204" pitchFamily="34" charset="-122"/>
              </a:rPr>
              <a:t>小蓝想知道最少翻转多少次可以把</a:t>
            </a:r>
            <a:r>
              <a:rPr lang="en-US" altLang="zh-CN" sz="2000" dirty="0">
                <a:latin typeface="微软雅黑" panose="020B0503020204020204" pitchFamily="34" charset="-122"/>
                <a:ea typeface="微软雅黑" panose="020B0503020204020204" pitchFamily="34" charset="-122"/>
              </a:rPr>
              <a:t>S</a:t>
            </a:r>
            <a:r>
              <a:rPr lang="zh-CN" altLang="en-US" sz="2000" dirty="0">
                <a:latin typeface="微软雅黑" panose="020B0503020204020204" pitchFamily="34" charset="-122"/>
                <a:ea typeface="微软雅黑" panose="020B0503020204020204" pitchFamily="34" charset="-122"/>
              </a:rPr>
              <a:t>变成和</a:t>
            </a:r>
            <a:r>
              <a:rPr lang="en-US" altLang="zh-CN" sz="2000" dirty="0">
                <a:latin typeface="微软雅黑" panose="020B0503020204020204" pitchFamily="34" charset="-122"/>
                <a:ea typeface="微软雅黑" panose="020B0503020204020204" pitchFamily="34" charset="-122"/>
              </a:rPr>
              <a:t>T</a:t>
            </a:r>
            <a:r>
              <a:rPr lang="zh-CN" altLang="en-US" sz="2000" dirty="0">
                <a:latin typeface="微软雅黑" panose="020B0503020204020204" pitchFamily="34" charset="-122"/>
                <a:ea typeface="微软雅黑" panose="020B0503020204020204" pitchFamily="34" charset="-122"/>
              </a:rPr>
              <a:t>一模一样。</a:t>
            </a:r>
          </a:p>
          <a:p>
            <a:pPr marL="0" indent="0">
              <a:lnSpc>
                <a:spcPct val="120000"/>
              </a:lnSpc>
              <a:spcBef>
                <a:spcPts val="0"/>
              </a:spcBef>
              <a:spcAft>
                <a:spcPts val="0"/>
              </a:spcAft>
              <a:buNone/>
            </a:pPr>
            <a:r>
              <a:rPr lang="zh-CN" altLang="en-US" sz="2000" dirty="0">
                <a:solidFill>
                  <a:srgbClr val="0070C0"/>
                </a:solidFill>
                <a:latin typeface="微软雅黑" panose="020B0503020204020204" pitchFamily="34" charset="-122"/>
                <a:ea typeface="微软雅黑" panose="020B0503020204020204" pitchFamily="34" charset="-122"/>
              </a:rPr>
              <a:t>输入：</a:t>
            </a:r>
            <a:r>
              <a:rPr lang="zh-CN" altLang="en-US" sz="2000" dirty="0">
                <a:latin typeface="微软雅黑" panose="020B0503020204020204" pitchFamily="34" charset="-122"/>
                <a:ea typeface="微软雅黑" panose="020B0503020204020204" pitchFamily="34" charset="-122"/>
              </a:rPr>
              <a:t>输入包含多组数据。输入的第一行包含一个正整数</a:t>
            </a:r>
            <a:r>
              <a:rPr lang="en-US" altLang="zh-CN" sz="2000" dirty="0">
                <a:latin typeface="微软雅黑" panose="020B0503020204020204" pitchFamily="34" charset="-122"/>
                <a:ea typeface="微软雅黑" panose="020B0503020204020204" pitchFamily="34" charset="-122"/>
              </a:rPr>
              <a:t>D</a:t>
            </a:r>
            <a:r>
              <a:rPr lang="zh-CN" altLang="en-US" sz="2000" dirty="0">
                <a:latin typeface="微软雅黑" panose="020B0503020204020204" pitchFamily="34" charset="-122"/>
                <a:ea typeface="微软雅黑" panose="020B0503020204020204" pitchFamily="34" charset="-122"/>
              </a:rPr>
              <a:t>表示数据组数。后面</a:t>
            </a:r>
            <a:r>
              <a:rPr lang="en-US" altLang="zh-CN" sz="2000" dirty="0">
                <a:latin typeface="微软雅黑" panose="020B0503020204020204" pitchFamily="34" charset="-122"/>
                <a:ea typeface="微软雅黑" panose="020B0503020204020204" pitchFamily="34" charset="-122"/>
              </a:rPr>
              <a:t>2D</a:t>
            </a:r>
            <a:r>
              <a:rPr lang="zh-CN" altLang="en-US" sz="2000" dirty="0">
                <a:latin typeface="微软雅黑" panose="020B0503020204020204" pitchFamily="34" charset="-122"/>
                <a:ea typeface="微软雅黑" panose="020B0503020204020204" pitchFamily="34" charset="-122"/>
              </a:rPr>
              <a:t>行每行包含一个</a:t>
            </a:r>
            <a:r>
              <a:rPr lang="en-US" altLang="zh-CN" sz="2000" dirty="0">
                <a:latin typeface="微软雅黑" panose="020B0503020204020204" pitchFamily="34" charset="-122"/>
                <a:ea typeface="微软雅黑" panose="020B0503020204020204" pitchFamily="34" charset="-122"/>
              </a:rPr>
              <a:t>01</a:t>
            </a:r>
            <a:r>
              <a:rPr lang="zh-CN" altLang="en-US" sz="2000" dirty="0">
                <a:latin typeface="微软雅黑" panose="020B0503020204020204" pitchFamily="34" charset="-122"/>
                <a:ea typeface="微软雅黑" panose="020B0503020204020204" pitchFamily="34" charset="-122"/>
              </a:rPr>
              <a:t>串，每两行为一组数据，第</a:t>
            </a:r>
            <a:r>
              <a:rPr lang="en-US" altLang="zh-CN" sz="2000" dirty="0">
                <a:latin typeface="微软雅黑" panose="020B0503020204020204" pitchFamily="34" charset="-122"/>
                <a:ea typeface="微软雅黑" panose="020B0503020204020204" pitchFamily="34" charset="-122"/>
              </a:rPr>
              <a:t>2i − 1</a:t>
            </a:r>
            <a:r>
              <a:rPr lang="zh-CN" altLang="en-US" sz="2000" dirty="0">
                <a:latin typeface="微软雅黑" panose="020B0503020204020204" pitchFamily="34" charset="-122"/>
                <a:ea typeface="微软雅黑" panose="020B0503020204020204" pitchFamily="34" charset="-122"/>
              </a:rPr>
              <a:t>行为第</a:t>
            </a:r>
            <a:r>
              <a:rPr lang="en-US" altLang="zh-CN" sz="2000" dirty="0" err="1">
                <a:latin typeface="微软雅黑" panose="020B0503020204020204" pitchFamily="34" charset="-122"/>
                <a:ea typeface="微软雅黑" panose="020B0503020204020204" pitchFamily="34" charset="-122"/>
              </a:rPr>
              <a:t>i</a:t>
            </a:r>
            <a:r>
              <a:rPr lang="zh-CN" altLang="en-US" sz="2000" dirty="0">
                <a:latin typeface="微软雅黑" panose="020B0503020204020204" pitchFamily="34" charset="-122"/>
                <a:ea typeface="微软雅黑" panose="020B0503020204020204" pitchFamily="34" charset="-122"/>
              </a:rPr>
              <a:t>组数据的 </a:t>
            </a:r>
            <a:r>
              <a:rPr lang="en-US" altLang="zh-CN" sz="2000" dirty="0" err="1">
                <a:latin typeface="微软雅黑" panose="020B0503020204020204" pitchFamily="34" charset="-122"/>
                <a:ea typeface="微软雅黑" panose="020B0503020204020204" pitchFamily="34" charset="-122"/>
              </a:rPr>
              <a:t>T</a:t>
            </a:r>
            <a:r>
              <a:rPr lang="en-US" altLang="zh-CN" sz="2000" baseline="-25000" dirty="0" err="1">
                <a:latin typeface="微软雅黑" panose="020B0503020204020204" pitchFamily="34" charset="-122"/>
                <a:ea typeface="微软雅黑" panose="020B0503020204020204" pitchFamily="34" charset="-122"/>
              </a:rPr>
              <a:t>i</a:t>
            </a:r>
            <a:r>
              <a:rPr lang="zh-CN" altLang="en-US" sz="2000" dirty="0">
                <a:latin typeface="微软雅黑" panose="020B0503020204020204" pitchFamily="34" charset="-122"/>
                <a:ea typeface="微软雅黑" panose="020B0503020204020204" pitchFamily="34" charset="-122"/>
              </a:rPr>
              <a:t>，第</a:t>
            </a:r>
            <a:r>
              <a:rPr lang="en-US" altLang="zh-CN" sz="2000" dirty="0">
                <a:latin typeface="微软雅黑" panose="020B0503020204020204" pitchFamily="34" charset="-122"/>
                <a:ea typeface="微软雅黑" panose="020B0503020204020204" pitchFamily="34" charset="-122"/>
              </a:rPr>
              <a:t>2i</a:t>
            </a:r>
            <a:r>
              <a:rPr lang="zh-CN" altLang="en-US" sz="2000" dirty="0">
                <a:latin typeface="微软雅黑" panose="020B0503020204020204" pitchFamily="34" charset="-122"/>
                <a:ea typeface="微软雅黑" panose="020B0503020204020204" pitchFamily="34" charset="-122"/>
              </a:rPr>
              <a:t>行为第</a:t>
            </a:r>
            <a:r>
              <a:rPr lang="en-US" altLang="zh-CN" sz="2000" dirty="0" err="1">
                <a:latin typeface="微软雅黑" panose="020B0503020204020204" pitchFamily="34" charset="-122"/>
                <a:ea typeface="微软雅黑" panose="020B0503020204020204" pitchFamily="34" charset="-122"/>
              </a:rPr>
              <a:t>i</a:t>
            </a:r>
            <a:r>
              <a:rPr lang="zh-CN" altLang="en-US" sz="2000" dirty="0">
                <a:latin typeface="微软雅黑" panose="020B0503020204020204" pitchFamily="34" charset="-122"/>
                <a:ea typeface="微软雅黑" panose="020B0503020204020204" pitchFamily="34" charset="-122"/>
              </a:rPr>
              <a:t>组数据的</a:t>
            </a:r>
            <a:r>
              <a:rPr lang="en-US" altLang="zh-CN" sz="2000" dirty="0">
                <a:latin typeface="微软雅黑" panose="020B0503020204020204" pitchFamily="34" charset="-122"/>
                <a:ea typeface="微软雅黑" panose="020B0503020204020204" pitchFamily="34" charset="-122"/>
              </a:rPr>
              <a:t>S</a:t>
            </a:r>
            <a:r>
              <a:rPr lang="en-US" altLang="zh-CN" sz="2000" baseline="-25000" dirty="0">
                <a:latin typeface="微软雅黑" panose="020B0503020204020204" pitchFamily="34" charset="-122"/>
                <a:ea typeface="微软雅黑" panose="020B0503020204020204" pitchFamily="34" charset="-122"/>
              </a:rPr>
              <a:t>i</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S</a:t>
            </a:r>
            <a:r>
              <a:rPr lang="en-US" altLang="zh-CN" sz="2000" baseline="-25000" dirty="0">
                <a:latin typeface="微软雅黑" panose="020B0503020204020204" pitchFamily="34" charset="-122"/>
                <a:ea typeface="微软雅黑" panose="020B0503020204020204" pitchFamily="34" charset="-122"/>
              </a:rPr>
              <a:t>i</a:t>
            </a:r>
            <a:r>
              <a:rPr lang="zh-CN" altLang="en-US" sz="2000" dirty="0">
                <a:latin typeface="微软雅黑" panose="020B0503020204020204" pitchFamily="34" charset="-122"/>
                <a:ea typeface="微软雅黑" panose="020B0503020204020204" pitchFamily="34" charset="-122"/>
              </a:rPr>
              <a:t>和</a:t>
            </a:r>
            <a:r>
              <a:rPr lang="en-US" altLang="zh-CN" sz="2000" dirty="0" err="1">
                <a:latin typeface="微软雅黑" panose="020B0503020204020204" pitchFamily="34" charset="-122"/>
                <a:ea typeface="微软雅黑" panose="020B0503020204020204" pitchFamily="34" charset="-122"/>
              </a:rPr>
              <a:t>T</a:t>
            </a:r>
            <a:r>
              <a:rPr lang="en-US" altLang="zh-CN" sz="2000" baseline="-25000" dirty="0" err="1">
                <a:latin typeface="微软雅黑" panose="020B0503020204020204" pitchFamily="34" charset="-122"/>
                <a:ea typeface="微软雅黑" panose="020B0503020204020204" pitchFamily="34" charset="-122"/>
              </a:rPr>
              <a:t>i</a:t>
            </a:r>
            <a:r>
              <a:rPr lang="zh-CN" altLang="en-US" sz="2000" dirty="0">
                <a:latin typeface="微软雅黑" panose="020B0503020204020204" pitchFamily="34" charset="-122"/>
                <a:ea typeface="微软雅黑" panose="020B0503020204020204" pitchFamily="34" charset="-122"/>
              </a:rPr>
              <a:t>长度均为</a:t>
            </a:r>
            <a:r>
              <a:rPr lang="en-US" altLang="zh-CN" sz="2000" dirty="0" err="1">
                <a:latin typeface="微软雅黑" panose="020B0503020204020204" pitchFamily="34" charset="-122"/>
                <a:ea typeface="微软雅黑" panose="020B0503020204020204" pitchFamily="34" charset="-122"/>
              </a:rPr>
              <a:t>n</a:t>
            </a:r>
            <a:r>
              <a:rPr lang="en-US" altLang="zh-CN" sz="2000" baseline="-25000" dirty="0" err="1">
                <a:latin typeface="微软雅黑" panose="020B0503020204020204" pitchFamily="34" charset="-122"/>
                <a:ea typeface="微软雅黑" panose="020B0503020204020204" pitchFamily="34" charset="-122"/>
              </a:rPr>
              <a:t>i</a:t>
            </a:r>
            <a:r>
              <a:rPr lang="zh-CN" altLang="en-US" sz="2000" dirty="0">
                <a:latin typeface="微软雅黑" panose="020B0503020204020204" pitchFamily="34" charset="-122"/>
                <a:ea typeface="微软雅黑" panose="020B0503020204020204" pitchFamily="34" charset="-122"/>
              </a:rPr>
              <a:t>。</a:t>
            </a:r>
          </a:p>
          <a:p>
            <a:pPr marL="0" indent="0">
              <a:lnSpc>
                <a:spcPct val="120000"/>
              </a:lnSpc>
              <a:spcBef>
                <a:spcPts val="0"/>
              </a:spcBef>
              <a:spcAft>
                <a:spcPts val="0"/>
              </a:spcAft>
              <a:buNone/>
            </a:pPr>
            <a:r>
              <a:rPr lang="zh-CN" altLang="en-US" sz="2000" dirty="0">
                <a:solidFill>
                  <a:srgbClr val="0070C0"/>
                </a:solidFill>
                <a:latin typeface="微软雅黑" panose="020B0503020204020204" pitchFamily="34" charset="-122"/>
                <a:ea typeface="微软雅黑" panose="020B0503020204020204" pitchFamily="34" charset="-122"/>
              </a:rPr>
              <a:t>输出：</a:t>
            </a:r>
            <a:r>
              <a:rPr lang="zh-CN" altLang="en-US" sz="2000" dirty="0">
                <a:latin typeface="微软雅黑" panose="020B0503020204020204" pitchFamily="34" charset="-122"/>
                <a:ea typeface="微软雅黑" panose="020B0503020204020204" pitchFamily="34" charset="-122"/>
              </a:rPr>
              <a:t>对于每组数据，输出一行包含一个整数，表示答案，如果答案不存在请输出−</a:t>
            </a:r>
            <a:r>
              <a:rPr lang="en-US" altLang="zh-CN" sz="2000" dirty="0">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a:t>
            </a:r>
          </a:p>
        </p:txBody>
      </p:sp>
    </p:spTree>
  </p:cSld>
  <p:clrMapOvr>
    <a:masterClrMapping/>
  </p:clrMapOvr>
  <mc:AlternateContent xmlns:mc="http://schemas.openxmlformats.org/markup-compatibility/2006" xmlns:p14="http://schemas.microsoft.com/office/powerpoint/2010/main">
    <mc:Choice Requires="p14">
      <p:transition spd="slow" p14:dur="2000" advTm="34072"/>
    </mc:Choice>
    <mc:Fallback xmlns="">
      <p:transition spd="slow" advTm="34072"/>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vert="horz" lIns="91440" tIns="45720" rIns="91440" bIns="45720" rtlCol="0" anchor="ctr"/>
          <a:lstStyle/>
          <a:p>
            <a:fld id="{217794D7-36C4-4E93-AE7A-0CAF6AF174FC}" type="slidenum">
              <a:rPr lang="zh-CN" altLang="en-US" b="0" smtClean="0">
                <a:solidFill>
                  <a:schemeClr val="tx1"/>
                </a:solidFill>
              </a:rPr>
              <a:t>17</a:t>
            </a:fld>
            <a:endParaRPr lang="en-US" altLang="zh-CN" b="0" dirty="0">
              <a:solidFill>
                <a:schemeClr val="tx1"/>
              </a:solidFill>
            </a:endParaRPr>
          </a:p>
        </p:txBody>
      </p:sp>
      <p:sp>
        <p:nvSpPr>
          <p:cNvPr id="21" name="内容占位符 2"/>
          <p:cNvSpPr txBox="1"/>
          <p:nvPr/>
        </p:nvSpPr>
        <p:spPr>
          <a:xfrm>
            <a:off x="598030" y="527555"/>
            <a:ext cx="10842055" cy="487684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spcBef>
                <a:spcPts val="0"/>
              </a:spcBef>
              <a:spcAft>
                <a:spcPts val="0"/>
              </a:spcAft>
              <a:buNone/>
            </a:pPr>
            <a:r>
              <a:rPr lang="zh-CN" altLang="en-US" sz="2000" dirty="0">
                <a:solidFill>
                  <a:srgbClr val="0070C0"/>
                </a:solidFill>
                <a:latin typeface="微软雅黑" panose="020B0503020204020204" pitchFamily="34" charset="-122"/>
                <a:ea typeface="微软雅黑" panose="020B0503020204020204" pitchFamily="34" charset="-122"/>
              </a:rPr>
              <a:t>题解：</a:t>
            </a:r>
            <a:r>
              <a:rPr lang="zh-CN" altLang="en-US" sz="2000" dirty="0">
                <a:latin typeface="微软雅黑" panose="020B0503020204020204" pitchFamily="34" charset="-122"/>
                <a:ea typeface="微软雅黑" panose="020B0503020204020204" pitchFamily="34" charset="-122"/>
              </a:rPr>
              <a:t>一道思维题。</a:t>
            </a:r>
          </a:p>
          <a:p>
            <a:pPr>
              <a:lnSpc>
                <a:spcPct val="120000"/>
              </a:lnSpc>
              <a:spcBef>
                <a:spcPts val="0"/>
              </a:spcBef>
              <a:spcAft>
                <a:spcPts val="0"/>
              </a:spcAft>
              <a:buFont typeface="Wingdings" panose="05000000000000000000" pitchFamily="2" charset="2"/>
              <a:buChar char="ü"/>
            </a:pPr>
            <a:r>
              <a:rPr lang="zh-CN" altLang="en-US" sz="2000" dirty="0">
                <a:latin typeface="微软雅黑" panose="020B0503020204020204" pitchFamily="34" charset="-122"/>
                <a:ea typeface="微软雅黑" panose="020B0503020204020204" pitchFamily="34" charset="-122"/>
              </a:rPr>
              <a:t>什么时候无解？如果第一个或最后一个棋子不同，无解。因为第一个和最后一个棋子不能翻转。</a:t>
            </a:r>
          </a:p>
          <a:p>
            <a:pPr>
              <a:lnSpc>
                <a:spcPct val="120000"/>
              </a:lnSpc>
              <a:spcBef>
                <a:spcPts val="0"/>
              </a:spcBef>
              <a:spcAft>
                <a:spcPts val="0"/>
              </a:spcAft>
              <a:buFont typeface="Wingdings" panose="05000000000000000000" pitchFamily="2" charset="2"/>
              <a:buChar char="ü"/>
            </a:pPr>
            <a:endParaRPr lang="en-US" altLang="zh-CN" sz="2000" dirty="0">
              <a:latin typeface="微软雅黑" panose="020B0503020204020204" pitchFamily="34" charset="-122"/>
              <a:ea typeface="微软雅黑" panose="020B0503020204020204" pitchFamily="34" charset="-122"/>
            </a:endParaRPr>
          </a:p>
          <a:p>
            <a:pPr>
              <a:lnSpc>
                <a:spcPct val="120000"/>
              </a:lnSpc>
              <a:spcBef>
                <a:spcPts val="0"/>
              </a:spcBef>
              <a:spcAft>
                <a:spcPts val="0"/>
              </a:spcAft>
              <a:buFont typeface="Wingdings" panose="05000000000000000000" pitchFamily="2" charset="2"/>
              <a:buChar char="ü"/>
            </a:pPr>
            <a:r>
              <a:rPr lang="zh-CN" altLang="en-US" sz="2000" dirty="0">
                <a:latin typeface="微软雅黑" panose="020B0503020204020204" pitchFamily="34" charset="-122"/>
                <a:ea typeface="微软雅黑" panose="020B0503020204020204" pitchFamily="34" charset="-122"/>
              </a:rPr>
              <a:t>每颗能翻动的棋子，只能翻一次，因为翻过之后，它和相邻棋子一样，不能再翻了。</a:t>
            </a:r>
            <a:endParaRPr lang="en-US" altLang="zh-CN" sz="2000" dirty="0">
              <a:latin typeface="微软雅黑" panose="020B0503020204020204" pitchFamily="34" charset="-122"/>
              <a:ea typeface="微软雅黑" panose="020B0503020204020204" pitchFamily="34" charset="-122"/>
            </a:endParaRPr>
          </a:p>
          <a:p>
            <a:pPr>
              <a:lnSpc>
                <a:spcPct val="120000"/>
              </a:lnSpc>
              <a:spcBef>
                <a:spcPts val="0"/>
              </a:spcBef>
              <a:spcAft>
                <a:spcPts val="0"/>
              </a:spcAft>
              <a:buFont typeface="Wingdings" panose="05000000000000000000" pitchFamily="2" charset="2"/>
              <a:buChar char="ü"/>
            </a:pPr>
            <a:endParaRPr lang="en-US" altLang="zh-CN" sz="2000" dirty="0">
              <a:latin typeface="微软雅黑" panose="020B0503020204020204" pitchFamily="34" charset="-122"/>
              <a:ea typeface="微软雅黑" panose="020B0503020204020204" pitchFamily="34" charset="-122"/>
            </a:endParaRPr>
          </a:p>
          <a:p>
            <a:pPr>
              <a:lnSpc>
                <a:spcPct val="120000"/>
              </a:lnSpc>
              <a:spcBef>
                <a:spcPts val="0"/>
              </a:spcBef>
              <a:spcAft>
                <a:spcPts val="0"/>
              </a:spcAft>
              <a:buFont typeface="Wingdings" panose="05000000000000000000" pitchFamily="2" charset="2"/>
              <a:buChar char="ü"/>
            </a:pPr>
            <a:r>
              <a:rPr lang="zh-CN" altLang="en-US" sz="2000" dirty="0">
                <a:latin typeface="微软雅黑" panose="020B0503020204020204" pitchFamily="34" charset="-122"/>
                <a:ea typeface="微软雅黑" panose="020B0503020204020204" pitchFamily="34" charset="-122"/>
              </a:rPr>
              <a:t>要使</a:t>
            </a:r>
            <a:r>
              <a:rPr lang="en-US" altLang="zh-CN" sz="2000" dirty="0">
                <a:latin typeface="微软雅黑" panose="020B0503020204020204" pitchFamily="34" charset="-122"/>
                <a:ea typeface="微软雅黑" panose="020B0503020204020204" pitchFamily="34" charset="-122"/>
              </a:rPr>
              <a:t>S</a:t>
            </a:r>
            <a:r>
              <a:rPr lang="zh-CN" altLang="en-US" sz="2000" dirty="0">
                <a:latin typeface="微软雅黑" panose="020B0503020204020204" pitchFamily="34" charset="-122"/>
                <a:ea typeface="微软雅黑" panose="020B0503020204020204" pitchFamily="34" charset="-122"/>
              </a:rPr>
              <a:t>和</a:t>
            </a:r>
            <a:r>
              <a:rPr lang="en-US" altLang="zh-CN" sz="2000" dirty="0">
                <a:latin typeface="微软雅黑" panose="020B0503020204020204" pitchFamily="34" charset="-122"/>
                <a:ea typeface="微软雅黑" panose="020B0503020204020204" pitchFamily="34" charset="-122"/>
              </a:rPr>
              <a:t>T</a:t>
            </a:r>
            <a:r>
              <a:rPr lang="zh-CN" altLang="en-US" sz="2000" dirty="0">
                <a:latin typeface="微软雅黑" panose="020B0503020204020204" pitchFamily="34" charset="-122"/>
                <a:ea typeface="微软雅黑" panose="020B0503020204020204" pitchFamily="34" charset="-122"/>
              </a:rPr>
              <a:t>最终一样，那么每个不同的棋子都要翻一次。</a:t>
            </a:r>
            <a:endParaRPr lang="en-US" altLang="zh-CN" sz="2000" dirty="0">
              <a:latin typeface="微软雅黑" panose="020B0503020204020204" pitchFamily="34" charset="-122"/>
              <a:ea typeface="微软雅黑" panose="020B0503020204020204" pitchFamily="34" charset="-122"/>
            </a:endParaRPr>
          </a:p>
          <a:p>
            <a:pPr>
              <a:lnSpc>
                <a:spcPct val="120000"/>
              </a:lnSpc>
              <a:spcBef>
                <a:spcPts val="0"/>
              </a:spcBef>
              <a:spcAft>
                <a:spcPts val="0"/>
              </a:spcAft>
              <a:buFont typeface="Wingdings" panose="05000000000000000000" pitchFamily="2" charset="2"/>
              <a:buChar char="ü"/>
            </a:pPr>
            <a:endParaRPr lang="en-US" altLang="zh-CN" sz="2000" dirty="0">
              <a:latin typeface="微软雅黑" panose="020B0503020204020204" pitchFamily="34" charset="-122"/>
              <a:ea typeface="微软雅黑" panose="020B0503020204020204" pitchFamily="34" charset="-122"/>
            </a:endParaRPr>
          </a:p>
          <a:p>
            <a:pPr>
              <a:lnSpc>
                <a:spcPct val="120000"/>
              </a:lnSpc>
              <a:spcBef>
                <a:spcPts val="0"/>
              </a:spcBef>
              <a:spcAft>
                <a:spcPts val="0"/>
              </a:spcAft>
              <a:buFont typeface="Wingdings" panose="05000000000000000000" pitchFamily="2" charset="2"/>
              <a:buChar char="ü"/>
            </a:pPr>
            <a:r>
              <a:rPr lang="zh-CN" altLang="en-US" sz="2000" dirty="0">
                <a:latin typeface="微软雅黑" panose="020B0503020204020204" pitchFamily="34" charset="-122"/>
                <a:ea typeface="微软雅黑" panose="020B0503020204020204" pitchFamily="34" charset="-122"/>
              </a:rPr>
              <a:t>一种简单且正确的方法是从左到右枚举，从</a:t>
            </a:r>
            <a:r>
              <a:rPr lang="en-US" altLang="zh-CN" sz="2000" dirty="0">
                <a:latin typeface="微软雅黑" panose="020B0503020204020204" pitchFamily="34" charset="-122"/>
                <a:ea typeface="微软雅黑" panose="020B0503020204020204" pitchFamily="34" charset="-122"/>
              </a:rPr>
              <a:t>S</a:t>
            </a:r>
            <a:r>
              <a:rPr lang="zh-CN" altLang="en-US" sz="2000" dirty="0">
                <a:latin typeface="微软雅黑" panose="020B0503020204020204" pitchFamily="34" charset="-122"/>
                <a:ea typeface="微软雅黑" panose="020B0503020204020204" pitchFamily="34" charset="-122"/>
              </a:rPr>
              <a:t>的第</a:t>
            </a:r>
            <a:r>
              <a:rPr lang="en-US" altLang="zh-CN" sz="2000" dirty="0">
                <a:latin typeface="微软雅黑" panose="020B0503020204020204" pitchFamily="34" charset="-122"/>
                <a:ea typeface="微软雅黑" panose="020B0503020204020204" pitchFamily="34" charset="-122"/>
              </a:rPr>
              <a:t>2</a:t>
            </a:r>
            <a:r>
              <a:rPr lang="zh-CN" altLang="en-US" sz="2000" dirty="0">
                <a:latin typeface="微软雅黑" panose="020B0503020204020204" pitchFamily="34" charset="-122"/>
                <a:ea typeface="微软雅黑" panose="020B0503020204020204" pitchFamily="34" charset="-122"/>
              </a:rPr>
              <a:t>颗棋子开始，与</a:t>
            </a:r>
            <a:r>
              <a:rPr lang="en-US" altLang="zh-CN" sz="2000" dirty="0">
                <a:latin typeface="微软雅黑" panose="020B0503020204020204" pitchFamily="34" charset="-122"/>
                <a:ea typeface="微软雅黑" panose="020B0503020204020204" pitchFamily="34" charset="-122"/>
              </a:rPr>
              <a:t>T</a:t>
            </a:r>
            <a:r>
              <a:rPr lang="zh-CN" altLang="en-US" sz="2000" dirty="0">
                <a:latin typeface="微软雅黑" panose="020B0503020204020204" pitchFamily="34" charset="-122"/>
                <a:ea typeface="微软雅黑" panose="020B0503020204020204" pitchFamily="34" charset="-122"/>
              </a:rPr>
              <a:t>比较，如果不同，就尝试翻动。如果能翻成一样，就继续翻，如果不能翻成一样，就无解。</a:t>
            </a:r>
          </a:p>
        </p:txBody>
      </p:sp>
    </p:spTree>
  </p:cSld>
  <p:clrMapOvr>
    <a:masterClrMapping/>
  </p:clrMapOvr>
  <mc:AlternateContent xmlns:mc="http://schemas.openxmlformats.org/markup-compatibility/2006" xmlns:p14="http://schemas.microsoft.com/office/powerpoint/2010/main">
    <mc:Choice Requires="p14">
      <p:transition spd="slow" p14:dur="2000" advTm="34072"/>
    </mc:Choice>
    <mc:Fallback xmlns="">
      <p:transition spd="slow" advTm="34072"/>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vert="horz" lIns="91440" tIns="45720" rIns="91440" bIns="45720" rtlCol="0" anchor="ctr"/>
          <a:lstStyle/>
          <a:p>
            <a:fld id="{217794D7-36C4-4E93-AE7A-0CAF6AF174FC}" type="slidenum">
              <a:rPr lang="zh-CN" altLang="en-US" b="0" smtClean="0">
                <a:solidFill>
                  <a:schemeClr val="tx1"/>
                </a:solidFill>
              </a:rPr>
              <a:t>18</a:t>
            </a:fld>
            <a:endParaRPr lang="en-US" altLang="zh-CN" b="0" dirty="0">
              <a:solidFill>
                <a:schemeClr val="tx1"/>
              </a:solidFill>
            </a:endParaRPr>
          </a:p>
        </p:txBody>
      </p:sp>
      <p:sp>
        <p:nvSpPr>
          <p:cNvPr id="21" name="内容占位符 2"/>
          <p:cNvSpPr txBox="1"/>
          <p:nvPr/>
        </p:nvSpPr>
        <p:spPr>
          <a:xfrm>
            <a:off x="598170" y="527685"/>
            <a:ext cx="9464675" cy="6168390"/>
          </a:xfrm>
          <a:prstGeom prst="rect">
            <a:avLst/>
          </a:prstGeom>
          <a:ln w="12700" cmpd="sng">
            <a:solidFill>
              <a:schemeClr val="accent1">
                <a:shade val="50000"/>
              </a:schemeClr>
            </a:solidFill>
            <a:prstDash val="solid"/>
          </a:ln>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altLang="zh-CN" sz="1600" b="0" dirty="0">
                <a:latin typeface="宋体" panose="02010600030101010101" pitchFamily="2" charset="-122"/>
                <a:ea typeface="宋体" panose="02010600030101010101" pitchFamily="2" charset="-122"/>
              </a:rPr>
              <a:t>#include &lt;bits/</a:t>
            </a:r>
            <a:r>
              <a:rPr lang="en-US" altLang="zh-CN" sz="1600" b="0" dirty="0" err="1">
                <a:latin typeface="宋体" panose="02010600030101010101" pitchFamily="2" charset="-122"/>
                <a:ea typeface="宋体" panose="02010600030101010101" pitchFamily="2" charset="-122"/>
              </a:rPr>
              <a:t>stdc</a:t>
            </a:r>
            <a:r>
              <a:rPr lang="en-US" altLang="zh-CN" sz="1600" b="0" dirty="0">
                <a:latin typeface="宋体" panose="02010600030101010101" pitchFamily="2" charset="-122"/>
                <a:ea typeface="宋体" panose="02010600030101010101" pitchFamily="2" charset="-122"/>
              </a:rPr>
              <a:t>++.h&gt;</a:t>
            </a:r>
          </a:p>
          <a:p>
            <a:pPr marL="0" indent="0">
              <a:lnSpc>
                <a:spcPct val="100000"/>
              </a:lnSpc>
              <a:spcBef>
                <a:spcPts val="0"/>
              </a:spcBef>
              <a:buNone/>
            </a:pPr>
            <a:r>
              <a:rPr lang="en-US" altLang="zh-CN" sz="1600" b="0" dirty="0">
                <a:latin typeface="宋体" panose="02010600030101010101" pitchFamily="2" charset="-122"/>
                <a:ea typeface="宋体" panose="02010600030101010101" pitchFamily="2" charset="-122"/>
              </a:rPr>
              <a:t>using namespace </a:t>
            </a:r>
            <a:r>
              <a:rPr lang="en-US" altLang="zh-CN" sz="1600" b="0" dirty="0" err="1">
                <a:latin typeface="宋体" panose="02010600030101010101" pitchFamily="2" charset="-122"/>
                <a:ea typeface="宋体" panose="02010600030101010101" pitchFamily="2" charset="-122"/>
              </a:rPr>
              <a:t>std</a:t>
            </a:r>
            <a:r>
              <a:rPr lang="en-US" altLang="zh-CN" sz="1600" b="0" dirty="0">
                <a:latin typeface="宋体" panose="02010600030101010101" pitchFamily="2" charset="-122"/>
                <a:ea typeface="宋体" panose="02010600030101010101" pitchFamily="2" charset="-122"/>
              </a:rPr>
              <a:t>;</a:t>
            </a:r>
          </a:p>
          <a:p>
            <a:pPr marL="0" indent="0">
              <a:lnSpc>
                <a:spcPct val="100000"/>
              </a:lnSpc>
              <a:spcBef>
                <a:spcPts val="0"/>
              </a:spcBef>
              <a:buNone/>
            </a:pPr>
            <a:r>
              <a:rPr lang="en-US" altLang="zh-CN" sz="1600" b="0" dirty="0">
                <a:latin typeface="宋体" panose="02010600030101010101" pitchFamily="2" charset="-122"/>
                <a:ea typeface="宋体" panose="02010600030101010101" pitchFamily="2" charset="-122"/>
              </a:rPr>
              <a:t>char s[1000010], t[1000010];</a:t>
            </a:r>
          </a:p>
          <a:p>
            <a:pPr marL="0" indent="0">
              <a:lnSpc>
                <a:spcPct val="100000"/>
              </a:lnSpc>
              <a:spcBef>
                <a:spcPts val="0"/>
              </a:spcBef>
              <a:buNone/>
            </a:pPr>
            <a:r>
              <a:rPr lang="en-US" altLang="zh-CN" sz="1600" b="0" dirty="0" err="1">
                <a:latin typeface="宋体" panose="02010600030101010101" pitchFamily="2" charset="-122"/>
                <a:ea typeface="宋体" panose="02010600030101010101" pitchFamily="2" charset="-122"/>
              </a:rPr>
              <a:t>int</a:t>
            </a:r>
            <a:r>
              <a:rPr lang="en-US" altLang="zh-CN" sz="1600" b="0" dirty="0">
                <a:latin typeface="宋体" panose="02010600030101010101" pitchFamily="2" charset="-122"/>
                <a:ea typeface="宋体" panose="02010600030101010101" pitchFamily="2" charset="-122"/>
              </a:rPr>
              <a:t> main(){</a:t>
            </a:r>
          </a:p>
          <a:p>
            <a:pPr marL="0" indent="0">
              <a:lnSpc>
                <a:spcPct val="100000"/>
              </a:lnSpc>
              <a:spcBef>
                <a:spcPts val="0"/>
              </a:spcBef>
              <a:buNone/>
            </a:pPr>
            <a:r>
              <a:rPr lang="en-US" altLang="zh-CN" sz="1600" b="0" dirty="0">
                <a:latin typeface="宋体" panose="02010600030101010101" pitchFamily="2" charset="-122"/>
                <a:ea typeface="宋体" panose="02010600030101010101" pitchFamily="2" charset="-122"/>
              </a:rPr>
              <a:t>    </a:t>
            </a:r>
            <a:r>
              <a:rPr lang="en-US" altLang="zh-CN" sz="1600" b="0" dirty="0" err="1">
                <a:latin typeface="宋体" panose="02010600030101010101" pitchFamily="2" charset="-122"/>
                <a:ea typeface="宋体" panose="02010600030101010101" pitchFamily="2" charset="-122"/>
              </a:rPr>
              <a:t>int</a:t>
            </a:r>
            <a:r>
              <a:rPr lang="en-US" altLang="zh-CN" sz="1600" b="0" dirty="0">
                <a:latin typeface="宋体" panose="02010600030101010101" pitchFamily="2" charset="-122"/>
                <a:ea typeface="宋体" panose="02010600030101010101" pitchFamily="2" charset="-122"/>
              </a:rPr>
              <a:t> D;   </a:t>
            </a:r>
          </a:p>
          <a:p>
            <a:pPr marL="0" indent="0">
              <a:lnSpc>
                <a:spcPct val="100000"/>
              </a:lnSpc>
              <a:spcBef>
                <a:spcPts val="0"/>
              </a:spcBef>
              <a:buNone/>
            </a:pPr>
            <a:r>
              <a:rPr lang="en-US" altLang="zh-CN" sz="1600" b="0" dirty="0">
                <a:latin typeface="宋体" panose="02010600030101010101" pitchFamily="2" charset="-122"/>
                <a:ea typeface="宋体" panose="02010600030101010101" pitchFamily="2" charset="-122"/>
              </a:rPr>
              <a:t>    </a:t>
            </a:r>
            <a:r>
              <a:rPr lang="en-US" altLang="zh-CN" sz="1600" b="0" dirty="0" err="1">
                <a:latin typeface="宋体" panose="02010600030101010101" pitchFamily="2" charset="-122"/>
                <a:ea typeface="宋体" panose="02010600030101010101" pitchFamily="2" charset="-122"/>
              </a:rPr>
              <a:t>scanf</a:t>
            </a:r>
            <a:r>
              <a:rPr lang="en-US" altLang="zh-CN" sz="1600" b="0" dirty="0">
                <a:latin typeface="宋体" panose="02010600030101010101" pitchFamily="2" charset="-122"/>
                <a:ea typeface="宋体" panose="02010600030101010101" pitchFamily="2" charset="-122"/>
              </a:rPr>
              <a:t>("%d", &amp;D);</a:t>
            </a:r>
          </a:p>
          <a:p>
            <a:pPr marL="0" indent="0">
              <a:lnSpc>
                <a:spcPct val="100000"/>
              </a:lnSpc>
              <a:spcBef>
                <a:spcPts val="0"/>
              </a:spcBef>
              <a:buNone/>
            </a:pPr>
            <a:r>
              <a:rPr lang="en-US" altLang="zh-CN" sz="1600" b="0" dirty="0">
                <a:latin typeface="宋体" panose="02010600030101010101" pitchFamily="2" charset="-122"/>
                <a:ea typeface="宋体" panose="02010600030101010101" pitchFamily="2" charset="-122"/>
              </a:rPr>
              <a:t>    while(D--){</a:t>
            </a:r>
          </a:p>
          <a:p>
            <a:pPr marL="0" indent="0">
              <a:lnSpc>
                <a:spcPct val="100000"/>
              </a:lnSpc>
              <a:spcBef>
                <a:spcPts val="0"/>
              </a:spcBef>
              <a:buNone/>
            </a:pPr>
            <a:r>
              <a:rPr lang="en-US" altLang="zh-CN" sz="1600" b="0" dirty="0">
                <a:latin typeface="宋体" panose="02010600030101010101" pitchFamily="2" charset="-122"/>
                <a:ea typeface="宋体" panose="02010600030101010101" pitchFamily="2" charset="-122"/>
              </a:rPr>
              <a:t>        </a:t>
            </a:r>
            <a:r>
              <a:rPr lang="en-US" altLang="zh-CN" sz="1600" b="0" dirty="0" err="1">
                <a:latin typeface="宋体" panose="02010600030101010101" pitchFamily="2" charset="-122"/>
                <a:ea typeface="宋体" panose="02010600030101010101" pitchFamily="2" charset="-122"/>
              </a:rPr>
              <a:t>scanf</a:t>
            </a:r>
            <a:r>
              <a:rPr lang="en-US" altLang="zh-CN" sz="1600" b="0" dirty="0">
                <a:latin typeface="宋体" panose="02010600030101010101" pitchFamily="2" charset="-122"/>
                <a:ea typeface="宋体" panose="02010600030101010101" pitchFamily="2" charset="-122"/>
              </a:rPr>
              <a:t>("%s", s+1);</a:t>
            </a:r>
          </a:p>
          <a:p>
            <a:pPr marL="0" indent="0">
              <a:lnSpc>
                <a:spcPct val="100000"/>
              </a:lnSpc>
              <a:spcBef>
                <a:spcPts val="0"/>
              </a:spcBef>
              <a:buNone/>
            </a:pPr>
            <a:r>
              <a:rPr lang="en-US" altLang="zh-CN" sz="1600" b="0" dirty="0">
                <a:latin typeface="宋体" panose="02010600030101010101" pitchFamily="2" charset="-122"/>
                <a:ea typeface="宋体" panose="02010600030101010101" pitchFamily="2" charset="-122"/>
              </a:rPr>
              <a:t>        </a:t>
            </a:r>
            <a:r>
              <a:rPr lang="en-US" altLang="zh-CN" sz="1600" b="0" dirty="0" err="1">
                <a:latin typeface="宋体" panose="02010600030101010101" pitchFamily="2" charset="-122"/>
                <a:ea typeface="宋体" panose="02010600030101010101" pitchFamily="2" charset="-122"/>
              </a:rPr>
              <a:t>scanf</a:t>
            </a:r>
            <a:r>
              <a:rPr lang="en-US" altLang="zh-CN" sz="1600" b="0" dirty="0">
                <a:latin typeface="宋体" panose="02010600030101010101" pitchFamily="2" charset="-122"/>
                <a:ea typeface="宋体" panose="02010600030101010101" pitchFamily="2" charset="-122"/>
              </a:rPr>
              <a:t>("%s", t+1);</a:t>
            </a:r>
          </a:p>
          <a:p>
            <a:pPr marL="0" indent="0">
              <a:lnSpc>
                <a:spcPct val="100000"/>
              </a:lnSpc>
              <a:spcBef>
                <a:spcPts val="0"/>
              </a:spcBef>
              <a:buNone/>
            </a:pPr>
            <a:r>
              <a:rPr lang="en-US" altLang="zh-CN" sz="1600" b="0" dirty="0">
                <a:latin typeface="宋体" panose="02010600030101010101" pitchFamily="2" charset="-122"/>
                <a:ea typeface="宋体" panose="02010600030101010101" pitchFamily="2" charset="-122"/>
              </a:rPr>
              <a:t>        </a:t>
            </a:r>
            <a:r>
              <a:rPr lang="en-US" altLang="zh-CN" sz="1600" b="0" dirty="0" err="1">
                <a:latin typeface="宋体" panose="02010600030101010101" pitchFamily="2" charset="-122"/>
                <a:ea typeface="宋体" panose="02010600030101010101" pitchFamily="2" charset="-122"/>
              </a:rPr>
              <a:t>int</a:t>
            </a:r>
            <a:r>
              <a:rPr lang="en-US" altLang="zh-CN" sz="1600" b="0" dirty="0">
                <a:latin typeface="宋体" panose="02010600030101010101" pitchFamily="2" charset="-122"/>
                <a:ea typeface="宋体" panose="02010600030101010101" pitchFamily="2" charset="-122"/>
              </a:rPr>
              <a:t> n = </a:t>
            </a:r>
            <a:r>
              <a:rPr lang="en-US" altLang="zh-CN" sz="1600" b="0" dirty="0" err="1">
                <a:latin typeface="宋体" panose="02010600030101010101" pitchFamily="2" charset="-122"/>
                <a:ea typeface="宋体" panose="02010600030101010101" pitchFamily="2" charset="-122"/>
              </a:rPr>
              <a:t>strlen</a:t>
            </a:r>
            <a:r>
              <a:rPr lang="en-US" altLang="zh-CN" sz="1600" b="0" dirty="0">
                <a:latin typeface="宋体" panose="02010600030101010101" pitchFamily="2" charset="-122"/>
                <a:ea typeface="宋体" panose="02010600030101010101" pitchFamily="2" charset="-122"/>
              </a:rPr>
              <a:t>(s+1);</a:t>
            </a:r>
          </a:p>
          <a:p>
            <a:pPr marL="0" indent="0">
              <a:lnSpc>
                <a:spcPct val="100000"/>
              </a:lnSpc>
              <a:spcBef>
                <a:spcPts val="0"/>
              </a:spcBef>
              <a:buNone/>
            </a:pPr>
            <a:r>
              <a:rPr lang="en-US" altLang="zh-CN" sz="1600" b="0" dirty="0">
                <a:latin typeface="宋体" panose="02010600030101010101" pitchFamily="2" charset="-122"/>
                <a:ea typeface="宋体" panose="02010600030101010101" pitchFamily="2" charset="-122"/>
              </a:rPr>
              <a:t>        if(s[1]!=t[1] || s[n]!=t[n]){ puts("-1"); continue; }</a:t>
            </a:r>
          </a:p>
          <a:p>
            <a:pPr marL="0" indent="0">
              <a:lnSpc>
                <a:spcPct val="100000"/>
              </a:lnSpc>
              <a:spcBef>
                <a:spcPts val="0"/>
              </a:spcBef>
              <a:buNone/>
            </a:pPr>
            <a:r>
              <a:rPr lang="en-US" altLang="zh-CN" sz="1600" b="0" dirty="0">
                <a:latin typeface="宋体" panose="02010600030101010101" pitchFamily="2" charset="-122"/>
                <a:ea typeface="宋体" panose="02010600030101010101" pitchFamily="2" charset="-122"/>
              </a:rPr>
              <a:t>        </a:t>
            </a:r>
            <a:r>
              <a:rPr lang="en-US" altLang="zh-CN" sz="1600" b="0" dirty="0" err="1">
                <a:latin typeface="宋体" panose="02010600030101010101" pitchFamily="2" charset="-122"/>
                <a:ea typeface="宋体" panose="02010600030101010101" pitchFamily="2" charset="-122"/>
              </a:rPr>
              <a:t>int</a:t>
            </a:r>
            <a:r>
              <a:rPr lang="en-US" altLang="zh-CN" sz="1600" b="0" dirty="0">
                <a:latin typeface="宋体" panose="02010600030101010101" pitchFamily="2" charset="-122"/>
                <a:ea typeface="宋体" panose="02010600030101010101" pitchFamily="2" charset="-122"/>
              </a:rPr>
              <a:t> </a:t>
            </a:r>
            <a:r>
              <a:rPr lang="en-US" altLang="zh-CN" sz="1600" b="0" dirty="0" err="1">
                <a:latin typeface="宋体" panose="02010600030101010101" pitchFamily="2" charset="-122"/>
                <a:ea typeface="宋体" panose="02010600030101010101" pitchFamily="2" charset="-122"/>
              </a:rPr>
              <a:t>ans</a:t>
            </a:r>
            <a:r>
              <a:rPr lang="en-US" altLang="zh-CN" sz="1600" b="0" dirty="0">
                <a:latin typeface="宋体" panose="02010600030101010101" pitchFamily="2" charset="-122"/>
                <a:ea typeface="宋体" panose="02010600030101010101" pitchFamily="2" charset="-122"/>
              </a:rPr>
              <a:t> = 0;</a:t>
            </a:r>
          </a:p>
          <a:p>
            <a:pPr marL="0" indent="0">
              <a:lnSpc>
                <a:spcPct val="100000"/>
              </a:lnSpc>
              <a:spcBef>
                <a:spcPts val="0"/>
              </a:spcBef>
              <a:buNone/>
            </a:pPr>
            <a:r>
              <a:rPr lang="en-US" altLang="zh-CN" sz="1600" b="0" dirty="0">
                <a:latin typeface="宋体" panose="02010600030101010101" pitchFamily="2" charset="-122"/>
                <a:ea typeface="宋体" panose="02010600030101010101" pitchFamily="2" charset="-122"/>
              </a:rPr>
              <a:t>        for(</a:t>
            </a:r>
            <a:r>
              <a:rPr lang="en-US" altLang="zh-CN" sz="1600" b="0" dirty="0" err="1">
                <a:latin typeface="宋体" panose="02010600030101010101" pitchFamily="2" charset="-122"/>
                <a:ea typeface="宋体" panose="02010600030101010101" pitchFamily="2" charset="-122"/>
              </a:rPr>
              <a:t>int</a:t>
            </a:r>
            <a:r>
              <a:rPr lang="en-US" altLang="zh-CN" sz="1600" b="0" dirty="0">
                <a:latin typeface="宋体" panose="02010600030101010101" pitchFamily="2" charset="-122"/>
                <a:ea typeface="宋体" panose="02010600030101010101" pitchFamily="2" charset="-122"/>
              </a:rPr>
              <a:t> </a:t>
            </a:r>
            <a:r>
              <a:rPr lang="en-US" altLang="zh-CN" sz="1600" b="0" dirty="0" err="1">
                <a:latin typeface="宋体" panose="02010600030101010101" pitchFamily="2" charset="-122"/>
                <a:ea typeface="宋体" panose="02010600030101010101" pitchFamily="2" charset="-122"/>
              </a:rPr>
              <a:t>i</a:t>
            </a:r>
            <a:r>
              <a:rPr lang="en-US" altLang="zh-CN" sz="1600" b="0" dirty="0">
                <a:latin typeface="宋体" panose="02010600030101010101" pitchFamily="2" charset="-122"/>
                <a:ea typeface="宋体" panose="02010600030101010101" pitchFamily="2" charset="-122"/>
              </a:rPr>
              <a:t>=2; </a:t>
            </a:r>
            <a:r>
              <a:rPr lang="en-US" altLang="zh-CN" sz="1600" b="0" dirty="0" err="1">
                <a:latin typeface="宋体" panose="02010600030101010101" pitchFamily="2" charset="-122"/>
                <a:ea typeface="宋体" panose="02010600030101010101" pitchFamily="2" charset="-122"/>
              </a:rPr>
              <a:t>i</a:t>
            </a:r>
            <a:r>
              <a:rPr lang="en-US" altLang="zh-CN" sz="1600" b="0" dirty="0">
                <a:latin typeface="宋体" panose="02010600030101010101" pitchFamily="2" charset="-122"/>
                <a:ea typeface="宋体" panose="02010600030101010101" pitchFamily="2" charset="-122"/>
              </a:rPr>
              <a:t>&lt;n; </a:t>
            </a:r>
            <a:r>
              <a:rPr lang="en-US" altLang="zh-CN" sz="1600" b="0" dirty="0" err="1">
                <a:latin typeface="宋体" panose="02010600030101010101" pitchFamily="2" charset="-122"/>
                <a:ea typeface="宋体" panose="02010600030101010101" pitchFamily="2" charset="-122"/>
              </a:rPr>
              <a:t>i</a:t>
            </a:r>
            <a:r>
              <a:rPr lang="en-US" altLang="zh-CN" sz="1600" b="0" dirty="0">
                <a:latin typeface="宋体" panose="02010600030101010101" pitchFamily="2" charset="-122"/>
                <a:ea typeface="宋体" panose="02010600030101010101" pitchFamily="2" charset="-122"/>
              </a:rPr>
              <a:t>++)</a:t>
            </a:r>
          </a:p>
          <a:p>
            <a:pPr marL="0" indent="0">
              <a:lnSpc>
                <a:spcPct val="100000"/>
              </a:lnSpc>
              <a:spcBef>
                <a:spcPts val="0"/>
              </a:spcBef>
              <a:buNone/>
            </a:pPr>
            <a:r>
              <a:rPr lang="en-US" altLang="zh-CN" sz="1600" b="0" dirty="0">
                <a:latin typeface="宋体" panose="02010600030101010101" pitchFamily="2" charset="-122"/>
                <a:ea typeface="宋体" panose="02010600030101010101" pitchFamily="2" charset="-122"/>
              </a:rPr>
              <a:t>            if(s[</a:t>
            </a:r>
            <a:r>
              <a:rPr lang="en-US" altLang="zh-CN" sz="1600" b="0" dirty="0" err="1">
                <a:latin typeface="宋体" panose="02010600030101010101" pitchFamily="2" charset="-122"/>
                <a:ea typeface="宋体" panose="02010600030101010101" pitchFamily="2" charset="-122"/>
              </a:rPr>
              <a:t>i</a:t>
            </a:r>
            <a:r>
              <a:rPr lang="en-US" altLang="zh-CN" sz="1600" b="0" dirty="0">
                <a:latin typeface="宋体" panose="02010600030101010101" pitchFamily="2" charset="-122"/>
                <a:ea typeface="宋体" panose="02010600030101010101" pitchFamily="2" charset="-122"/>
              </a:rPr>
              <a:t>] != t[</a:t>
            </a:r>
            <a:r>
              <a:rPr lang="en-US" altLang="zh-CN" sz="1600" b="0" dirty="0" err="1">
                <a:latin typeface="宋体" panose="02010600030101010101" pitchFamily="2" charset="-122"/>
                <a:ea typeface="宋体" panose="02010600030101010101" pitchFamily="2" charset="-122"/>
              </a:rPr>
              <a:t>i</a:t>
            </a:r>
            <a:r>
              <a:rPr lang="en-US" altLang="zh-CN" sz="1600" b="0" dirty="0">
                <a:latin typeface="宋体" panose="02010600030101010101" pitchFamily="2" charset="-122"/>
                <a:ea typeface="宋体" panose="02010600030101010101" pitchFamily="2" charset="-122"/>
              </a:rPr>
              <a:t>]){</a:t>
            </a:r>
          </a:p>
          <a:p>
            <a:pPr marL="0" indent="0">
              <a:lnSpc>
                <a:spcPct val="100000"/>
              </a:lnSpc>
              <a:spcBef>
                <a:spcPts val="0"/>
              </a:spcBef>
              <a:buNone/>
            </a:pPr>
            <a:r>
              <a:rPr lang="en-US" altLang="zh-CN" sz="1600" b="0" dirty="0">
                <a:latin typeface="宋体" panose="02010600030101010101" pitchFamily="2" charset="-122"/>
                <a:ea typeface="宋体" panose="02010600030101010101" pitchFamily="2" charset="-122"/>
              </a:rPr>
              <a:t>                if(t[</a:t>
            </a:r>
            <a:r>
              <a:rPr lang="en-US" altLang="zh-CN" sz="1600" b="0" dirty="0" err="1">
                <a:latin typeface="宋体" panose="02010600030101010101" pitchFamily="2" charset="-122"/>
                <a:ea typeface="宋体" panose="02010600030101010101" pitchFamily="2" charset="-122"/>
              </a:rPr>
              <a:t>i</a:t>
            </a:r>
            <a:r>
              <a:rPr lang="en-US" altLang="zh-CN" sz="1600" b="0" dirty="0">
                <a:latin typeface="宋体" panose="02010600030101010101" pitchFamily="2" charset="-122"/>
                <a:ea typeface="宋体" panose="02010600030101010101" pitchFamily="2" charset="-122"/>
              </a:rPr>
              <a:t>]!=t[i-1] &amp;&amp; t[</a:t>
            </a:r>
            <a:r>
              <a:rPr lang="en-US" altLang="zh-CN" sz="1600" b="0" dirty="0" err="1">
                <a:latin typeface="宋体" panose="02010600030101010101" pitchFamily="2" charset="-122"/>
                <a:ea typeface="宋体" panose="02010600030101010101" pitchFamily="2" charset="-122"/>
              </a:rPr>
              <a:t>i</a:t>
            </a:r>
            <a:r>
              <a:rPr lang="en-US" altLang="zh-CN" sz="1600" b="0" dirty="0">
                <a:latin typeface="宋体" panose="02010600030101010101" pitchFamily="2" charset="-122"/>
                <a:ea typeface="宋体" panose="02010600030101010101" pitchFamily="2" charset="-122"/>
              </a:rPr>
              <a:t>]!=t[i+1]){ //</a:t>
            </a:r>
            <a:r>
              <a:rPr lang="zh-CN" altLang="en-US" sz="1600" b="0" dirty="0">
                <a:latin typeface="宋体" panose="02010600030101010101" pitchFamily="2" charset="-122"/>
                <a:ea typeface="宋体" panose="02010600030101010101" pitchFamily="2" charset="-122"/>
              </a:rPr>
              <a:t>中间棋子和两边不同</a:t>
            </a:r>
          </a:p>
          <a:p>
            <a:pPr marL="0" indent="0">
              <a:lnSpc>
                <a:spcPct val="100000"/>
              </a:lnSpc>
              <a:spcBef>
                <a:spcPts val="0"/>
              </a:spcBef>
              <a:buNone/>
            </a:pPr>
            <a:r>
              <a:rPr lang="zh-CN" altLang="en-US" sz="1600" b="0" dirty="0">
                <a:latin typeface="宋体" panose="02010600030101010101" pitchFamily="2" charset="-122"/>
                <a:ea typeface="宋体" panose="02010600030101010101" pitchFamily="2" charset="-122"/>
              </a:rPr>
              <a:t>                    </a:t>
            </a:r>
            <a:r>
              <a:rPr lang="en-US" altLang="zh-CN" sz="1600" b="0" dirty="0">
                <a:latin typeface="宋体" panose="02010600030101010101" pitchFamily="2" charset="-122"/>
                <a:ea typeface="宋体" panose="02010600030101010101" pitchFamily="2" charset="-122"/>
              </a:rPr>
              <a:t>t[</a:t>
            </a:r>
            <a:r>
              <a:rPr lang="en-US" altLang="zh-CN" sz="1600" b="0" dirty="0" err="1">
                <a:latin typeface="宋体" panose="02010600030101010101" pitchFamily="2" charset="-122"/>
                <a:ea typeface="宋体" panose="02010600030101010101" pitchFamily="2" charset="-122"/>
              </a:rPr>
              <a:t>i</a:t>
            </a:r>
            <a:r>
              <a:rPr lang="en-US" altLang="zh-CN" sz="1600" b="0" dirty="0">
                <a:latin typeface="宋体" panose="02010600030101010101" pitchFamily="2" charset="-122"/>
                <a:ea typeface="宋体" panose="02010600030101010101" pitchFamily="2" charset="-122"/>
              </a:rPr>
              <a:t>] = t[i+1];</a:t>
            </a:r>
          </a:p>
          <a:p>
            <a:pPr marL="0" indent="0">
              <a:lnSpc>
                <a:spcPct val="100000"/>
              </a:lnSpc>
              <a:spcBef>
                <a:spcPts val="0"/>
              </a:spcBef>
              <a:buNone/>
            </a:pPr>
            <a:r>
              <a:rPr lang="en-US" altLang="zh-CN" sz="1600" b="0" dirty="0">
                <a:latin typeface="宋体" panose="02010600030101010101" pitchFamily="2" charset="-122"/>
                <a:ea typeface="宋体" panose="02010600030101010101" pitchFamily="2" charset="-122"/>
              </a:rPr>
              <a:t>                    </a:t>
            </a:r>
            <a:r>
              <a:rPr lang="en-US" altLang="zh-CN" sz="1600" b="0" dirty="0" err="1">
                <a:latin typeface="宋体" panose="02010600030101010101" pitchFamily="2" charset="-122"/>
                <a:ea typeface="宋体" panose="02010600030101010101" pitchFamily="2" charset="-122"/>
              </a:rPr>
              <a:t>ans</a:t>
            </a:r>
            <a:r>
              <a:rPr lang="en-US" altLang="zh-CN" sz="1600" b="0" dirty="0">
                <a:latin typeface="宋体" panose="02010600030101010101" pitchFamily="2" charset="-122"/>
                <a:ea typeface="宋体" panose="02010600030101010101" pitchFamily="2" charset="-122"/>
              </a:rPr>
              <a:t>++;</a:t>
            </a:r>
          </a:p>
          <a:p>
            <a:pPr marL="0" indent="0">
              <a:lnSpc>
                <a:spcPct val="100000"/>
              </a:lnSpc>
              <a:spcBef>
                <a:spcPts val="0"/>
              </a:spcBef>
              <a:buNone/>
            </a:pPr>
            <a:r>
              <a:rPr lang="en-US" altLang="zh-CN" sz="1600" b="0" dirty="0">
                <a:latin typeface="宋体" panose="02010600030101010101" pitchFamily="2" charset="-122"/>
                <a:ea typeface="宋体" panose="02010600030101010101" pitchFamily="2" charset="-122"/>
              </a:rPr>
              <a:t>                }</a:t>
            </a:r>
          </a:p>
          <a:p>
            <a:pPr marL="0" indent="0">
              <a:lnSpc>
                <a:spcPct val="100000"/>
              </a:lnSpc>
              <a:spcBef>
                <a:spcPts val="0"/>
              </a:spcBef>
              <a:buNone/>
            </a:pPr>
            <a:r>
              <a:rPr lang="en-US" altLang="zh-CN" sz="1600" b="0" dirty="0">
                <a:latin typeface="宋体" panose="02010600030101010101" pitchFamily="2" charset="-122"/>
                <a:ea typeface="宋体" panose="02010600030101010101" pitchFamily="2" charset="-122"/>
              </a:rPr>
              <a:t>                else { </a:t>
            </a:r>
            <a:r>
              <a:rPr lang="en-US" altLang="zh-CN" sz="1600" b="0" dirty="0" err="1">
                <a:latin typeface="宋体" panose="02010600030101010101" pitchFamily="2" charset="-122"/>
                <a:ea typeface="宋体" panose="02010600030101010101" pitchFamily="2" charset="-122"/>
              </a:rPr>
              <a:t>ans</a:t>
            </a:r>
            <a:r>
              <a:rPr lang="en-US" altLang="zh-CN" sz="1600" b="0" dirty="0">
                <a:latin typeface="宋体" panose="02010600030101010101" pitchFamily="2" charset="-122"/>
                <a:ea typeface="宋体" panose="02010600030101010101" pitchFamily="2" charset="-122"/>
              </a:rPr>
              <a:t> = -1;  break; }</a:t>
            </a:r>
          </a:p>
          <a:p>
            <a:pPr marL="0" indent="0">
              <a:lnSpc>
                <a:spcPct val="100000"/>
              </a:lnSpc>
              <a:spcBef>
                <a:spcPts val="0"/>
              </a:spcBef>
              <a:buNone/>
            </a:pPr>
            <a:r>
              <a:rPr lang="en-US" altLang="zh-CN" sz="1600" b="0" dirty="0">
                <a:latin typeface="宋体" panose="02010600030101010101" pitchFamily="2" charset="-122"/>
                <a:ea typeface="宋体" panose="02010600030101010101" pitchFamily="2" charset="-122"/>
              </a:rPr>
              <a:t>            }</a:t>
            </a:r>
          </a:p>
          <a:p>
            <a:pPr marL="0" indent="0">
              <a:lnSpc>
                <a:spcPct val="100000"/>
              </a:lnSpc>
              <a:spcBef>
                <a:spcPts val="0"/>
              </a:spcBef>
              <a:buNone/>
            </a:pPr>
            <a:r>
              <a:rPr lang="en-US" altLang="zh-CN" sz="1600" b="0" dirty="0">
                <a:latin typeface="宋体" panose="02010600030101010101" pitchFamily="2" charset="-122"/>
                <a:ea typeface="宋体" panose="02010600030101010101" pitchFamily="2" charset="-122"/>
              </a:rPr>
              <a:t>        </a:t>
            </a:r>
            <a:r>
              <a:rPr lang="en-US" altLang="zh-CN" sz="1600" b="0" dirty="0" err="1">
                <a:latin typeface="宋体" panose="02010600030101010101" pitchFamily="2" charset="-122"/>
                <a:ea typeface="宋体" panose="02010600030101010101" pitchFamily="2" charset="-122"/>
              </a:rPr>
              <a:t>printf</a:t>
            </a:r>
            <a:r>
              <a:rPr lang="en-US" altLang="zh-CN" sz="1600" b="0" dirty="0">
                <a:latin typeface="宋体" panose="02010600030101010101" pitchFamily="2" charset="-122"/>
                <a:ea typeface="宋体" panose="02010600030101010101" pitchFamily="2" charset="-122"/>
              </a:rPr>
              <a:t>("%d\n", </a:t>
            </a:r>
            <a:r>
              <a:rPr lang="en-US" altLang="zh-CN" sz="1600" b="0" dirty="0" err="1">
                <a:latin typeface="宋体" panose="02010600030101010101" pitchFamily="2" charset="-122"/>
                <a:ea typeface="宋体" panose="02010600030101010101" pitchFamily="2" charset="-122"/>
              </a:rPr>
              <a:t>ans</a:t>
            </a:r>
            <a:r>
              <a:rPr lang="en-US" altLang="zh-CN" sz="1600" b="0" dirty="0">
                <a:latin typeface="宋体" panose="02010600030101010101" pitchFamily="2" charset="-122"/>
                <a:ea typeface="宋体" panose="02010600030101010101" pitchFamily="2" charset="-122"/>
              </a:rPr>
              <a:t>);</a:t>
            </a:r>
          </a:p>
          <a:p>
            <a:pPr marL="0" indent="0">
              <a:lnSpc>
                <a:spcPct val="100000"/>
              </a:lnSpc>
              <a:spcBef>
                <a:spcPts val="0"/>
              </a:spcBef>
              <a:buNone/>
            </a:pPr>
            <a:r>
              <a:rPr lang="en-US" altLang="zh-CN" sz="1600" b="0" dirty="0">
                <a:latin typeface="宋体" panose="02010600030101010101" pitchFamily="2" charset="-122"/>
                <a:ea typeface="宋体" panose="02010600030101010101" pitchFamily="2" charset="-122"/>
              </a:rPr>
              <a:t>    }</a:t>
            </a:r>
          </a:p>
          <a:p>
            <a:pPr marL="0" indent="0">
              <a:lnSpc>
                <a:spcPct val="100000"/>
              </a:lnSpc>
              <a:spcBef>
                <a:spcPts val="0"/>
              </a:spcBef>
              <a:buNone/>
            </a:pPr>
            <a:r>
              <a:rPr lang="en-US" altLang="zh-CN" sz="1600" b="0" dirty="0">
                <a:latin typeface="宋体" panose="02010600030101010101" pitchFamily="2" charset="-122"/>
                <a:ea typeface="宋体" panose="02010600030101010101" pitchFamily="2" charset="-122"/>
              </a:rPr>
              <a:t>    return 0;</a:t>
            </a:r>
          </a:p>
          <a:p>
            <a:pPr marL="0" indent="0">
              <a:lnSpc>
                <a:spcPct val="100000"/>
              </a:lnSpc>
              <a:spcBef>
                <a:spcPts val="0"/>
              </a:spcBef>
              <a:buNone/>
            </a:pPr>
            <a:r>
              <a:rPr lang="en-US" altLang="zh-CN" sz="1600" b="0" dirty="0">
                <a:latin typeface="宋体" panose="02010600030101010101" pitchFamily="2" charset="-122"/>
                <a:ea typeface="宋体" panose="02010600030101010101" pitchFamily="2" charset="-122"/>
              </a:rPr>
              <a:t>}</a:t>
            </a:r>
          </a:p>
          <a:p>
            <a:pPr marL="0" indent="0">
              <a:lnSpc>
                <a:spcPct val="100000"/>
              </a:lnSpc>
              <a:spcBef>
                <a:spcPts val="0"/>
              </a:spcBef>
              <a:spcAft>
                <a:spcPts val="0"/>
              </a:spcAft>
              <a:buNone/>
            </a:pPr>
            <a:endParaRPr lang="zh-CN" altLang="en-US" sz="600" b="0" dirty="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34072"/>
    </mc:Choice>
    <mc:Fallback xmlns="">
      <p:transition spd="slow" advTm="34072"/>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Rectangle 2"/>
          <p:cNvSpPr txBox="1">
            <a:spLocks noChangeArrowheads="1"/>
          </p:cNvSpPr>
          <p:nvPr/>
        </p:nvSpPr>
        <p:spPr>
          <a:xfrm>
            <a:off x="681165" y="401863"/>
            <a:ext cx="10454100" cy="431152"/>
          </a:xfrm>
          <a:prstGeom prst="rect">
            <a:avLst/>
          </a:prstGeom>
          <a:noFill/>
          <a:ln w="9525">
            <a:noFill/>
            <a:miter lim="800000"/>
          </a:ln>
        </p:spPr>
        <p:txBody>
          <a:bodyPr vert="horz" wrap="square" lIns="91440" tIns="45720" rIns="91440" bIns="45720" numCol="1" anchor="b" anchorCtr="0" compatLnSpc="1"/>
          <a:lstStyle>
            <a:defPPr>
              <a:defRPr lang="en-US"/>
            </a:defPPr>
            <a:lvl1pPr algn="ctr" eaLnBrk="0" hangingPunct="0">
              <a:defRPr sz="5000">
                <a:solidFill>
                  <a:srgbClr val="CC0000"/>
                </a:solidFill>
                <a:effectLst>
                  <a:outerShdw blurRad="38100" dist="38100" dir="2700000" algn="tl">
                    <a:srgbClr val="000000">
                      <a:alpha val="43137"/>
                    </a:srgbClr>
                  </a:outerShdw>
                </a:effectLst>
                <a:latin typeface="+mn-lt"/>
                <a:ea typeface="+mj-ea"/>
                <a:cs typeface="+mj-cs"/>
              </a:defRPr>
            </a:lvl1pPr>
            <a:lvl2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2pPr>
            <a:lvl3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3pPr>
            <a:lvl4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4pPr>
            <a:lvl5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5pPr>
            <a:lvl6pPr marL="4572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6pPr>
            <a:lvl7pPr marL="9144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7pPr>
            <a:lvl8pPr marL="13716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8pPr>
            <a:lvl9pPr marL="18288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9pPr>
          </a:lstStyle>
          <a:p>
            <a:pPr algn="l"/>
            <a:r>
              <a:rPr lang="zh-CN" altLang="en-US" sz="3200" dirty="0">
                <a:solidFill>
                  <a:srgbClr val="C00000"/>
                </a:solidFill>
                <a:effectLst/>
                <a:latin typeface="微软雅黑" panose="020B0503020204020204" pitchFamily="34" charset="-122"/>
                <a:ea typeface="微软雅黑" panose="020B0503020204020204" pitchFamily="34" charset="-122"/>
              </a:rPr>
              <a:t>程序设计题：难题例子</a:t>
            </a:r>
          </a:p>
        </p:txBody>
      </p:sp>
      <p:sp>
        <p:nvSpPr>
          <p:cNvPr id="2" name="灯片编号占位符 1"/>
          <p:cNvSpPr>
            <a:spLocks noGrp="1"/>
          </p:cNvSpPr>
          <p:nvPr>
            <p:ph type="sldNum" sz="quarter" idx="12"/>
          </p:nvPr>
        </p:nvSpPr>
        <p:spPr/>
        <p:txBody>
          <a:bodyPr vert="horz" lIns="91440" tIns="45720" rIns="91440" bIns="45720" rtlCol="0" anchor="ctr"/>
          <a:lstStyle/>
          <a:p>
            <a:fld id="{217794D7-36C4-4E93-AE7A-0CAF6AF174FC}" type="slidenum">
              <a:rPr lang="zh-CN" altLang="en-US" b="0" smtClean="0">
                <a:solidFill>
                  <a:schemeClr val="tx1"/>
                </a:solidFill>
              </a:rPr>
              <a:t>19</a:t>
            </a:fld>
            <a:endParaRPr lang="en-US" altLang="zh-CN" b="0" dirty="0">
              <a:solidFill>
                <a:schemeClr val="tx1"/>
              </a:solidFill>
            </a:endParaRPr>
          </a:p>
        </p:txBody>
      </p:sp>
      <p:sp>
        <p:nvSpPr>
          <p:cNvPr id="21" name="内容占位符 2"/>
          <p:cNvSpPr txBox="1"/>
          <p:nvPr/>
        </p:nvSpPr>
        <p:spPr>
          <a:xfrm>
            <a:off x="670560" y="1138555"/>
            <a:ext cx="11223625" cy="487680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ct val="150000"/>
              </a:lnSpc>
              <a:spcBef>
                <a:spcPts val="0"/>
              </a:spcBef>
              <a:spcAft>
                <a:spcPts val="0"/>
              </a:spcAft>
              <a:buNone/>
            </a:pPr>
            <a:r>
              <a:rPr lang="en-US" altLang="zh-CN" sz="2400" dirty="0">
                <a:latin typeface="微软雅黑" panose="020B0503020204020204" pitchFamily="34" charset="-122"/>
                <a:ea typeface="微软雅黑" panose="020B0503020204020204" pitchFamily="34" charset="-122"/>
              </a:rPr>
              <a:t>2023</a:t>
            </a:r>
            <a:r>
              <a:rPr lang="zh-CN" altLang="en-US" sz="2400" dirty="0">
                <a:latin typeface="微软雅黑" panose="020B0503020204020204" pitchFamily="34" charset="-122"/>
                <a:ea typeface="微软雅黑" panose="020B0503020204020204" pitchFamily="34" charset="-122"/>
              </a:rPr>
              <a:t>年第十四届蓝桥杯省赛</a:t>
            </a:r>
            <a:r>
              <a:rPr lang="en-US" altLang="zh-CN" sz="2400" dirty="0">
                <a:latin typeface="微软雅黑" panose="020B0503020204020204" pitchFamily="34" charset="-122"/>
                <a:ea typeface="微软雅黑" panose="020B0503020204020204" pitchFamily="34" charset="-122"/>
              </a:rPr>
              <a:t>C/C++</a:t>
            </a:r>
            <a:r>
              <a:rPr lang="zh-CN" altLang="en-US" sz="2400" dirty="0">
                <a:latin typeface="微软雅黑" panose="020B0503020204020204" pitchFamily="34" charset="-122"/>
                <a:ea typeface="微软雅黑" panose="020B0503020204020204" pitchFamily="34" charset="-122"/>
              </a:rPr>
              <a:t>大学</a:t>
            </a:r>
            <a:r>
              <a:rPr lang="en-US" altLang="zh-CN" sz="2400" dirty="0">
                <a:latin typeface="微软雅黑" panose="020B0503020204020204" pitchFamily="34" charset="-122"/>
                <a:ea typeface="微软雅黑" panose="020B0503020204020204" pitchFamily="34" charset="-122"/>
              </a:rPr>
              <a:t>A</a:t>
            </a:r>
            <a:r>
              <a:rPr lang="zh-CN" altLang="en-US" sz="2400" dirty="0">
                <a:latin typeface="微软雅黑" panose="020B0503020204020204" pitchFamily="34" charset="-122"/>
                <a:ea typeface="微软雅黑" panose="020B0503020204020204" pitchFamily="34" charset="-122"/>
              </a:rPr>
              <a:t>组试题</a:t>
            </a:r>
            <a:r>
              <a:rPr lang="en-US" altLang="zh-CN" sz="2400" dirty="0">
                <a:latin typeface="微软雅黑" panose="020B0503020204020204" pitchFamily="34" charset="-122"/>
                <a:ea typeface="微软雅黑" panose="020B0503020204020204" pitchFamily="34" charset="-122"/>
              </a:rPr>
              <a:t>J</a:t>
            </a:r>
            <a:r>
              <a:rPr lang="zh-CN" altLang="en-US" sz="2400" dirty="0">
                <a:latin typeface="微软雅黑" panose="020B0503020204020204" pitchFamily="34" charset="-122"/>
                <a:ea typeface="微软雅黑" panose="020B0503020204020204" pitchFamily="34" charset="-122"/>
              </a:rPr>
              <a:t>：翻转硬币 </a:t>
            </a:r>
            <a:r>
              <a:rPr lang="zh-CN" altLang="en-US" sz="2400" dirty="0">
                <a:solidFill>
                  <a:srgbClr val="0070C0"/>
                </a:solidFill>
                <a:latin typeface="微软雅黑" panose="020B0503020204020204" pitchFamily="34" charset="-122"/>
                <a:ea typeface="微软雅黑" panose="020B0503020204020204" pitchFamily="34" charset="-122"/>
                <a:sym typeface="+mn-ea"/>
              </a:rPr>
              <a:t>【</a:t>
            </a:r>
            <a:r>
              <a:rPr lang="en-US" altLang="zh-CN" sz="2400" dirty="0">
                <a:solidFill>
                  <a:srgbClr val="0070C0"/>
                </a:solidFill>
                <a:latin typeface="微软雅黑" panose="020B0503020204020204" pitchFamily="34" charset="-122"/>
                <a:ea typeface="微软雅黑" panose="020B0503020204020204" pitchFamily="34" charset="-122"/>
                <a:sym typeface="+mn-ea"/>
              </a:rPr>
              <a:t>lanqiaoOJ 3509</a:t>
            </a:r>
            <a:r>
              <a:rPr lang="zh-CN" altLang="en-US" sz="2400" dirty="0">
                <a:solidFill>
                  <a:srgbClr val="0070C0"/>
                </a:solidFill>
                <a:latin typeface="微软雅黑" panose="020B0503020204020204" pitchFamily="34" charset="-122"/>
                <a:ea typeface="微软雅黑" panose="020B0503020204020204" pitchFamily="34" charset="-122"/>
                <a:sym typeface="+mn-ea"/>
              </a:rPr>
              <a:t>】</a:t>
            </a:r>
            <a:endParaRPr lang="en-US" altLang="zh-CN" sz="2400" dirty="0">
              <a:latin typeface="微软雅黑" panose="020B0503020204020204" pitchFamily="34" charset="-122"/>
              <a:ea typeface="微软雅黑" panose="020B0503020204020204" pitchFamily="34" charset="-122"/>
            </a:endParaRPr>
          </a:p>
          <a:p>
            <a:pPr marL="0" indent="0" fontAlgn="auto">
              <a:lnSpc>
                <a:spcPct val="150000"/>
              </a:lnSpc>
              <a:spcBef>
                <a:spcPts val="0"/>
              </a:spcBef>
              <a:spcAft>
                <a:spcPts val="0"/>
              </a:spcAft>
              <a:buNone/>
            </a:pPr>
            <a:r>
              <a:rPr lang="en-US" altLang="zh-CN" sz="2400" dirty="0">
                <a:latin typeface="微软雅黑" panose="020B0503020204020204" pitchFamily="34" charset="-122"/>
                <a:ea typeface="微软雅黑" panose="020B0503020204020204" pitchFamily="34" charset="-122"/>
              </a:rPr>
              <a:t> </a:t>
            </a:r>
            <a:r>
              <a:rPr lang="zh-CN" altLang="en-US" sz="2400" dirty="0">
                <a:solidFill>
                  <a:srgbClr val="0070C0"/>
                </a:solidFill>
                <a:latin typeface="微软雅黑" panose="020B0503020204020204" pitchFamily="34" charset="-122"/>
                <a:ea typeface="微软雅黑" panose="020B0503020204020204" pitchFamily="34" charset="-122"/>
              </a:rPr>
              <a:t>时间限制</a:t>
            </a:r>
            <a:r>
              <a:rPr lang="en-US" altLang="zh-CN" sz="2400" dirty="0">
                <a:solidFill>
                  <a:srgbClr val="0070C0"/>
                </a:solidFill>
                <a:latin typeface="微软雅黑" panose="020B0503020204020204" pitchFamily="34" charset="-122"/>
                <a:ea typeface="微软雅黑" panose="020B0503020204020204" pitchFamily="34" charset="-122"/>
              </a:rPr>
              <a:t>: </a:t>
            </a:r>
            <a:r>
              <a:rPr lang="en-US" altLang="zh-CN" sz="2400" dirty="0">
                <a:latin typeface="微软雅黑" panose="020B0503020204020204" pitchFamily="34" charset="-122"/>
                <a:ea typeface="微软雅黑" panose="020B0503020204020204" pitchFamily="34" charset="-122"/>
              </a:rPr>
              <a:t>3.0s </a:t>
            </a:r>
            <a:r>
              <a:rPr lang="zh-CN" altLang="en-US" sz="2400" dirty="0">
                <a:latin typeface="微软雅黑" panose="020B0503020204020204" pitchFamily="34" charset="-122"/>
                <a:ea typeface="微软雅黑" panose="020B0503020204020204" pitchFamily="34" charset="-122"/>
              </a:rPr>
              <a:t>内存限制</a:t>
            </a:r>
            <a:r>
              <a:rPr lang="en-US" altLang="zh-CN" sz="2400" dirty="0">
                <a:latin typeface="微软雅黑" panose="020B0503020204020204" pitchFamily="34" charset="-122"/>
                <a:ea typeface="微软雅黑" panose="020B0503020204020204" pitchFamily="34" charset="-122"/>
              </a:rPr>
              <a:t>: 256.0MB </a:t>
            </a:r>
            <a:r>
              <a:rPr lang="zh-CN" altLang="en-US" sz="2400" dirty="0">
                <a:latin typeface="微软雅黑" panose="020B0503020204020204" pitchFamily="34" charset="-122"/>
                <a:ea typeface="微软雅黑" panose="020B0503020204020204" pitchFamily="34" charset="-122"/>
              </a:rPr>
              <a:t>本题总分：</a:t>
            </a:r>
            <a:r>
              <a:rPr lang="en-US" altLang="zh-CN" sz="2400" dirty="0">
                <a:latin typeface="微软雅黑" panose="020B0503020204020204" pitchFamily="34" charset="-122"/>
                <a:ea typeface="微软雅黑" panose="020B0503020204020204" pitchFamily="34" charset="-122"/>
              </a:rPr>
              <a:t>25</a:t>
            </a:r>
            <a:r>
              <a:rPr lang="zh-CN" altLang="en-US" sz="2400" dirty="0">
                <a:latin typeface="微软雅黑" panose="020B0503020204020204" pitchFamily="34" charset="-122"/>
                <a:ea typeface="微软雅黑" panose="020B0503020204020204" pitchFamily="34" charset="-122"/>
              </a:rPr>
              <a:t>分</a:t>
            </a:r>
          </a:p>
          <a:p>
            <a:pPr marL="0" indent="0" fontAlgn="auto">
              <a:lnSpc>
                <a:spcPct val="150000"/>
              </a:lnSpc>
              <a:spcBef>
                <a:spcPts val="0"/>
              </a:spcBef>
              <a:spcAft>
                <a:spcPts val="0"/>
              </a:spcAft>
              <a:buNone/>
            </a:pPr>
            <a:r>
              <a:rPr lang="zh-CN" altLang="en-US" sz="2400" dirty="0">
                <a:solidFill>
                  <a:srgbClr val="0070C0"/>
                </a:solidFill>
                <a:latin typeface="微软雅黑" panose="020B0503020204020204" pitchFamily="34" charset="-122"/>
                <a:ea typeface="微软雅黑" panose="020B0503020204020204" pitchFamily="34" charset="-122"/>
              </a:rPr>
              <a:t>问题描述：</a:t>
            </a:r>
            <a:r>
              <a:rPr lang="zh-CN" altLang="en-US" sz="2400" dirty="0">
                <a:latin typeface="微软雅黑" panose="020B0503020204020204" pitchFamily="34" charset="-122"/>
                <a:ea typeface="微软雅黑" panose="020B0503020204020204" pitchFamily="34" charset="-122"/>
              </a:rPr>
              <a:t>给定</a:t>
            </a:r>
            <a:r>
              <a:rPr lang="en-US" altLang="zh-CN" sz="2400" dirty="0">
                <a:latin typeface="微软雅黑" panose="020B0503020204020204" pitchFamily="34" charset="-122"/>
                <a:ea typeface="微软雅黑" panose="020B0503020204020204" pitchFamily="34" charset="-122"/>
              </a:rPr>
              <a:t>n</a:t>
            </a:r>
            <a:r>
              <a:rPr lang="zh-CN" altLang="en-US" sz="2400" dirty="0">
                <a:latin typeface="微软雅黑" panose="020B0503020204020204" pitchFamily="34" charset="-122"/>
                <a:ea typeface="微软雅黑" panose="020B0503020204020204" pitchFamily="34" charset="-122"/>
              </a:rPr>
              <a:t>个按顺序摆好的硬币，一开始只有第</a:t>
            </a:r>
            <a:r>
              <a:rPr lang="en-US" altLang="zh-CN" sz="2400" dirty="0">
                <a:latin typeface="微软雅黑" panose="020B0503020204020204" pitchFamily="34" charset="-122"/>
                <a:ea typeface="微软雅黑" panose="020B0503020204020204" pitchFamily="34" charset="-122"/>
              </a:rPr>
              <a:t>1</a:t>
            </a:r>
            <a:r>
              <a:rPr lang="zh-CN" altLang="en-US" sz="2400" dirty="0">
                <a:latin typeface="微软雅黑" panose="020B0503020204020204" pitchFamily="34" charset="-122"/>
                <a:ea typeface="微软雅黑" panose="020B0503020204020204" pitchFamily="34" charset="-122"/>
              </a:rPr>
              <a:t>个硬币朝下，其他硬币均朝上。你每次操作可以选择任何一个整数</a:t>
            </a:r>
            <a:r>
              <a:rPr lang="en-US" altLang="zh-CN" sz="2400" dirty="0" err="1">
                <a:latin typeface="微软雅黑" panose="020B0503020204020204" pitchFamily="34" charset="-122"/>
                <a:ea typeface="微软雅黑" panose="020B0503020204020204" pitchFamily="34" charset="-122"/>
              </a:rPr>
              <a:t>i</a:t>
            </a:r>
            <a:r>
              <a:rPr lang="zh-CN" altLang="en-US" sz="2400" dirty="0">
                <a:latin typeface="微软雅黑" panose="020B0503020204020204" pitchFamily="34" charset="-122"/>
                <a:ea typeface="微软雅黑" panose="020B0503020204020204" pitchFamily="34" charset="-122"/>
              </a:rPr>
              <a:t>并将所有满足</a:t>
            </a:r>
            <a:r>
              <a:rPr lang="en-US" altLang="zh-CN" sz="2400" dirty="0">
                <a:latin typeface="微软雅黑" panose="020B0503020204020204" pitchFamily="34" charset="-122"/>
                <a:ea typeface="微软雅黑" panose="020B0503020204020204" pitchFamily="34" charset="-122"/>
              </a:rPr>
              <a:t>j mod </a:t>
            </a:r>
            <a:r>
              <a:rPr lang="en-US" altLang="zh-CN" sz="2400" dirty="0" err="1">
                <a:latin typeface="微软雅黑" panose="020B0503020204020204" pitchFamily="34" charset="-122"/>
                <a:ea typeface="微软雅黑" panose="020B0503020204020204" pitchFamily="34" charset="-122"/>
              </a:rPr>
              <a:t>i</a:t>
            </a:r>
            <a:r>
              <a:rPr lang="en-US" altLang="zh-CN" sz="2400" dirty="0">
                <a:latin typeface="微软雅黑" panose="020B0503020204020204" pitchFamily="34" charset="-122"/>
                <a:ea typeface="微软雅黑" panose="020B0503020204020204" pitchFamily="34" charset="-122"/>
              </a:rPr>
              <a:t> = 0</a:t>
            </a:r>
            <a:r>
              <a:rPr lang="zh-CN" altLang="en-US" sz="2400" dirty="0">
                <a:latin typeface="微软雅黑" panose="020B0503020204020204" pitchFamily="34" charset="-122"/>
                <a:ea typeface="微软雅黑" panose="020B0503020204020204" pitchFamily="34" charset="-122"/>
              </a:rPr>
              <a:t>的位置</a:t>
            </a:r>
            <a:r>
              <a:rPr lang="en-US" altLang="zh-CN" sz="2400" dirty="0">
                <a:latin typeface="微软雅黑" panose="020B0503020204020204" pitchFamily="34" charset="-122"/>
                <a:ea typeface="微软雅黑" panose="020B0503020204020204" pitchFamily="34" charset="-122"/>
              </a:rPr>
              <a:t>j</a:t>
            </a:r>
            <a:r>
              <a:rPr lang="zh-CN" altLang="en-US" sz="2400" dirty="0">
                <a:latin typeface="微软雅黑" panose="020B0503020204020204" pitchFamily="34" charset="-122"/>
                <a:ea typeface="微软雅黑" panose="020B0503020204020204" pitchFamily="34" charset="-122"/>
              </a:rPr>
              <a:t>的硬币翻转。求最少需要多少次操作可以让所有硬币都朝上。 </a:t>
            </a:r>
          </a:p>
          <a:p>
            <a:pPr marL="0" indent="0" fontAlgn="auto">
              <a:lnSpc>
                <a:spcPct val="150000"/>
              </a:lnSpc>
              <a:spcBef>
                <a:spcPts val="0"/>
              </a:spcBef>
              <a:spcAft>
                <a:spcPts val="0"/>
              </a:spcAft>
              <a:buNone/>
            </a:pPr>
            <a:r>
              <a:rPr lang="zh-CN" altLang="en-US" sz="2400" dirty="0">
                <a:solidFill>
                  <a:srgbClr val="0070C0"/>
                </a:solidFill>
                <a:latin typeface="微软雅黑" panose="020B0503020204020204" pitchFamily="34" charset="-122"/>
                <a:ea typeface="微软雅黑" panose="020B0503020204020204" pitchFamily="34" charset="-122"/>
              </a:rPr>
              <a:t>输入：</a:t>
            </a:r>
            <a:r>
              <a:rPr lang="zh-CN" altLang="en-US" sz="2400" dirty="0">
                <a:latin typeface="微软雅黑" panose="020B0503020204020204" pitchFamily="34" charset="-122"/>
                <a:ea typeface="微软雅黑" panose="020B0503020204020204" pitchFamily="34" charset="-122"/>
              </a:rPr>
              <a:t>输入一行包含一个整数</a:t>
            </a:r>
            <a:r>
              <a:rPr lang="en-US" altLang="zh-CN" sz="2400" dirty="0">
                <a:latin typeface="微软雅黑" panose="020B0503020204020204" pitchFamily="34" charset="-122"/>
                <a:ea typeface="微软雅黑" panose="020B0503020204020204" pitchFamily="34" charset="-122"/>
              </a:rPr>
              <a:t>n</a:t>
            </a:r>
            <a:r>
              <a:rPr lang="zh-CN" altLang="en-US" sz="2400" dirty="0">
                <a:latin typeface="微软雅黑" panose="020B0503020204020204" pitchFamily="34" charset="-122"/>
                <a:ea typeface="微软雅黑" panose="020B0503020204020204" pitchFamily="34" charset="-122"/>
              </a:rPr>
              <a:t>。</a:t>
            </a:r>
          </a:p>
          <a:p>
            <a:pPr marL="0" indent="0" fontAlgn="auto">
              <a:lnSpc>
                <a:spcPct val="150000"/>
              </a:lnSpc>
              <a:spcBef>
                <a:spcPts val="0"/>
              </a:spcBef>
              <a:spcAft>
                <a:spcPts val="0"/>
              </a:spcAft>
              <a:buNone/>
            </a:pPr>
            <a:r>
              <a:rPr lang="zh-CN" altLang="en-US" sz="2400" dirty="0">
                <a:solidFill>
                  <a:srgbClr val="0070C0"/>
                </a:solidFill>
                <a:latin typeface="微软雅黑" panose="020B0503020204020204" pitchFamily="34" charset="-122"/>
                <a:ea typeface="微软雅黑" panose="020B0503020204020204" pitchFamily="34" charset="-122"/>
              </a:rPr>
              <a:t>输出：</a:t>
            </a:r>
            <a:r>
              <a:rPr lang="zh-CN" altLang="en-US" sz="2400" dirty="0">
                <a:latin typeface="微软雅黑" panose="020B0503020204020204" pitchFamily="34" charset="-122"/>
                <a:ea typeface="微软雅黑" panose="020B0503020204020204" pitchFamily="34" charset="-122"/>
              </a:rPr>
              <a:t>输出一行包含一个整数，表示答案。</a:t>
            </a:r>
          </a:p>
        </p:txBody>
      </p:sp>
    </p:spTree>
  </p:cSld>
  <p:clrMapOvr>
    <a:masterClrMapping/>
  </p:clrMapOvr>
  <mc:AlternateContent xmlns:mc="http://schemas.openxmlformats.org/markup-compatibility/2006" xmlns:p14="http://schemas.microsoft.com/office/powerpoint/2010/main">
    <mc:Choice Requires="p14">
      <p:transition spd="slow" p14:dur="2000" advTm="34072"/>
    </mc:Choice>
    <mc:Fallback xmlns="">
      <p:transition spd="slow" advTm="34072"/>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vert="horz" lIns="91440" tIns="45720" rIns="91440" bIns="45720" rtlCol="0" anchor="ctr"/>
          <a:lstStyle/>
          <a:p>
            <a:fld id="{217794D7-36C4-4E93-AE7A-0CAF6AF174FC}" type="slidenum">
              <a:rPr lang="zh-CN" altLang="en-US" b="0" smtClean="0">
                <a:solidFill>
                  <a:schemeClr val="tx1"/>
                </a:solidFill>
              </a:rPr>
              <a:t>20</a:t>
            </a:fld>
            <a:endParaRPr lang="en-US" altLang="zh-CN" b="0" dirty="0">
              <a:solidFill>
                <a:schemeClr val="tx1"/>
              </a:solidFill>
            </a:endParaRPr>
          </a:p>
        </p:txBody>
      </p:sp>
      <p:sp>
        <p:nvSpPr>
          <p:cNvPr id="3" name="文本框 2"/>
          <p:cNvSpPr txBox="1"/>
          <p:nvPr/>
        </p:nvSpPr>
        <p:spPr>
          <a:xfrm>
            <a:off x="275590" y="1443355"/>
            <a:ext cx="462915" cy="398780"/>
          </a:xfrm>
          <a:prstGeom prst="rect">
            <a:avLst/>
          </a:prstGeom>
          <a:noFill/>
          <a:ln w="12700" cmpd="sng">
            <a:solidFill>
              <a:schemeClr val="accent1">
                <a:shade val="50000"/>
              </a:schemeClr>
            </a:solidFill>
            <a:prstDash val="solid"/>
          </a:ln>
        </p:spPr>
        <p:txBody>
          <a:bodyPr wrap="square" rtlCol="0">
            <a:spAutoFit/>
          </a:bodyPr>
          <a:lstStyle/>
          <a:p>
            <a:r>
              <a:rPr lang="en-US" altLang="zh-CN">
                <a:solidFill>
                  <a:schemeClr val="tx1"/>
                </a:solidFill>
                <a:latin typeface="宋体" panose="02010600030101010101" pitchFamily="2" charset="-122"/>
                <a:ea typeface="宋体" panose="02010600030101010101" pitchFamily="2" charset="-122"/>
              </a:rPr>
              <a:t>1</a:t>
            </a:r>
            <a:endParaRPr lang="en-US" altLang="zh-CN">
              <a:solidFill>
                <a:schemeClr val="tx1"/>
              </a:solidFill>
              <a:latin typeface="Arial" panose="020B0604020202020204" pitchFamily="34" charset="0"/>
              <a:cs typeface="Arial" panose="020B0604020202020204" pitchFamily="34" charset="0"/>
            </a:endParaRPr>
          </a:p>
        </p:txBody>
      </p:sp>
      <p:sp>
        <p:nvSpPr>
          <p:cNvPr id="4" name="文本框 3"/>
          <p:cNvSpPr txBox="1"/>
          <p:nvPr/>
        </p:nvSpPr>
        <p:spPr>
          <a:xfrm>
            <a:off x="2469515" y="1291590"/>
            <a:ext cx="462915" cy="706755"/>
          </a:xfrm>
          <a:prstGeom prst="rect">
            <a:avLst/>
          </a:prstGeom>
          <a:noFill/>
          <a:ln w="12700" cmpd="sng">
            <a:solidFill>
              <a:schemeClr val="accent1">
                <a:shade val="50000"/>
              </a:schemeClr>
            </a:solidFill>
            <a:prstDash val="solid"/>
          </a:ln>
        </p:spPr>
        <p:txBody>
          <a:bodyPr wrap="square" rtlCol="0">
            <a:spAutoFit/>
          </a:bodyPr>
          <a:lstStyle/>
          <a:p>
            <a:r>
              <a:rPr lang="en-US" altLang="zh-CN">
                <a:solidFill>
                  <a:schemeClr val="tx1"/>
                </a:solidFill>
              </a:rPr>
              <a:t>2</a:t>
            </a:r>
          </a:p>
          <a:p>
            <a:r>
              <a:rPr lang="en-US" altLang="zh-CN">
                <a:solidFill>
                  <a:schemeClr val="tx1"/>
                </a:solidFill>
              </a:rPr>
              <a:t>1</a:t>
            </a:r>
          </a:p>
        </p:txBody>
      </p:sp>
      <p:sp>
        <p:nvSpPr>
          <p:cNvPr id="10" name="文本框 9"/>
          <p:cNvSpPr txBox="1"/>
          <p:nvPr/>
        </p:nvSpPr>
        <p:spPr>
          <a:xfrm>
            <a:off x="1329690" y="1443355"/>
            <a:ext cx="337820" cy="398780"/>
          </a:xfrm>
          <a:prstGeom prst="rect">
            <a:avLst/>
          </a:prstGeom>
          <a:noFill/>
          <a:ln w="12700" cmpd="sng">
            <a:solidFill>
              <a:schemeClr val="accent1">
                <a:shade val="50000"/>
              </a:schemeClr>
            </a:solidFill>
            <a:prstDash val="solid"/>
          </a:ln>
        </p:spPr>
        <p:txBody>
          <a:bodyPr wrap="square" rtlCol="0">
            <a:spAutoFit/>
          </a:bodyPr>
          <a:lstStyle/>
          <a:p>
            <a:r>
              <a:rPr lang="en-US" altLang="zh-CN">
                <a:solidFill>
                  <a:schemeClr val="tx1"/>
                </a:solidFill>
                <a:latin typeface="Arial" panose="020B0604020202020204" pitchFamily="34" charset="0"/>
                <a:cs typeface="Arial" panose="020B0604020202020204" pitchFamily="34" charset="0"/>
              </a:rPr>
              <a:t>√</a:t>
            </a:r>
          </a:p>
        </p:txBody>
      </p:sp>
      <p:sp>
        <p:nvSpPr>
          <p:cNvPr id="11" name="文本框 10"/>
          <p:cNvSpPr txBox="1"/>
          <p:nvPr/>
        </p:nvSpPr>
        <p:spPr>
          <a:xfrm>
            <a:off x="802640" y="1443355"/>
            <a:ext cx="462915" cy="398780"/>
          </a:xfrm>
          <a:prstGeom prst="rect">
            <a:avLst/>
          </a:prstGeom>
          <a:noFill/>
          <a:ln w="12700" cmpd="sng">
            <a:solidFill>
              <a:schemeClr val="accent1">
                <a:shade val="50000"/>
              </a:schemeClr>
            </a:solidFill>
            <a:prstDash val="solid"/>
          </a:ln>
        </p:spPr>
        <p:txBody>
          <a:bodyPr wrap="square" rtlCol="0">
            <a:spAutoFit/>
          </a:bodyPr>
          <a:lstStyle/>
          <a:p>
            <a:r>
              <a:rPr lang="en-US" altLang="zh-CN">
                <a:solidFill>
                  <a:schemeClr val="tx1"/>
                </a:solidFill>
              </a:rPr>
              <a:t>1</a:t>
            </a:r>
          </a:p>
        </p:txBody>
      </p:sp>
      <p:sp>
        <p:nvSpPr>
          <p:cNvPr id="12" name="文本框 11"/>
          <p:cNvSpPr txBox="1"/>
          <p:nvPr/>
        </p:nvSpPr>
        <p:spPr>
          <a:xfrm>
            <a:off x="3053080" y="1291590"/>
            <a:ext cx="337820" cy="706755"/>
          </a:xfrm>
          <a:prstGeom prst="rect">
            <a:avLst/>
          </a:prstGeom>
          <a:noFill/>
          <a:ln w="12700" cmpd="sng">
            <a:solidFill>
              <a:schemeClr val="accent1">
                <a:shade val="50000"/>
              </a:schemeClr>
            </a:solidFill>
            <a:prstDash val="solid"/>
          </a:ln>
        </p:spPr>
        <p:txBody>
          <a:bodyPr wrap="square" rtlCol="0">
            <a:spAutoFit/>
          </a:bodyPr>
          <a:lstStyle/>
          <a:p>
            <a:r>
              <a:rPr lang="en-US" altLang="zh-CN">
                <a:solidFill>
                  <a:schemeClr val="tx1"/>
                </a:solidFill>
                <a:latin typeface="Arial" panose="020B0604020202020204" pitchFamily="34" charset="0"/>
                <a:cs typeface="Arial" panose="020B0604020202020204" pitchFamily="34" charset="0"/>
                <a:sym typeface="+mn-ea"/>
              </a:rPr>
              <a:t>√</a:t>
            </a:r>
            <a:endParaRPr lang="en-US" altLang="zh-CN">
              <a:solidFill>
                <a:schemeClr val="tx1"/>
              </a:solidFill>
              <a:latin typeface="Arial" panose="020B0604020202020204" pitchFamily="34" charset="0"/>
              <a:cs typeface="Arial" panose="020B0604020202020204" pitchFamily="34" charset="0"/>
            </a:endParaRPr>
          </a:p>
          <a:p>
            <a:r>
              <a:rPr lang="en-US" altLang="zh-CN">
                <a:solidFill>
                  <a:schemeClr val="tx1"/>
                </a:solidFill>
                <a:latin typeface="Arial" panose="020B0604020202020204" pitchFamily="34" charset="0"/>
                <a:cs typeface="Arial" panose="020B0604020202020204" pitchFamily="34" charset="0"/>
              </a:rPr>
              <a:t>√</a:t>
            </a:r>
          </a:p>
        </p:txBody>
      </p:sp>
      <p:sp>
        <p:nvSpPr>
          <p:cNvPr id="13" name="文本框 12"/>
          <p:cNvSpPr txBox="1"/>
          <p:nvPr/>
        </p:nvSpPr>
        <p:spPr>
          <a:xfrm>
            <a:off x="1887220" y="1291590"/>
            <a:ext cx="462915" cy="706755"/>
          </a:xfrm>
          <a:prstGeom prst="rect">
            <a:avLst/>
          </a:prstGeom>
          <a:noFill/>
          <a:ln w="12700" cmpd="sng">
            <a:solidFill>
              <a:schemeClr val="accent1">
                <a:shade val="50000"/>
              </a:schemeClr>
            </a:solidFill>
            <a:prstDash val="solid"/>
          </a:ln>
        </p:spPr>
        <p:txBody>
          <a:bodyPr wrap="square" rtlCol="0">
            <a:spAutoFit/>
          </a:bodyPr>
          <a:lstStyle/>
          <a:p>
            <a:r>
              <a:rPr lang="en-US" altLang="zh-CN">
                <a:solidFill>
                  <a:schemeClr val="tx1"/>
                </a:solidFill>
                <a:latin typeface="宋体" panose="02010600030101010101" pitchFamily="2" charset="-122"/>
                <a:ea typeface="宋体" panose="02010600030101010101" pitchFamily="2" charset="-122"/>
                <a:sym typeface="+mn-ea"/>
              </a:rPr>
              <a:t>2</a:t>
            </a:r>
          </a:p>
          <a:p>
            <a:r>
              <a:rPr lang="en-US" altLang="zh-CN">
                <a:solidFill>
                  <a:schemeClr val="tx1"/>
                </a:solidFill>
                <a:latin typeface="宋体" panose="02010600030101010101" pitchFamily="2" charset="-122"/>
                <a:ea typeface="宋体" panose="02010600030101010101" pitchFamily="2" charset="-122"/>
              </a:rPr>
              <a:t>1</a:t>
            </a:r>
            <a:endParaRPr lang="en-US" altLang="zh-CN">
              <a:solidFill>
                <a:schemeClr val="tx1"/>
              </a:solidFill>
              <a:latin typeface="Arial" panose="020B0604020202020204" pitchFamily="34" charset="0"/>
              <a:cs typeface="Arial" panose="020B0604020202020204" pitchFamily="34" charset="0"/>
            </a:endParaRPr>
          </a:p>
        </p:txBody>
      </p:sp>
      <p:sp>
        <p:nvSpPr>
          <p:cNvPr id="14" name="文本框 13"/>
          <p:cNvSpPr txBox="1"/>
          <p:nvPr/>
        </p:nvSpPr>
        <p:spPr>
          <a:xfrm>
            <a:off x="4192905" y="1138555"/>
            <a:ext cx="462915" cy="1014730"/>
          </a:xfrm>
          <a:prstGeom prst="rect">
            <a:avLst/>
          </a:prstGeom>
          <a:noFill/>
          <a:ln w="12700" cmpd="sng">
            <a:solidFill>
              <a:schemeClr val="accent1">
                <a:shade val="50000"/>
              </a:schemeClr>
            </a:solidFill>
            <a:prstDash val="solid"/>
          </a:ln>
        </p:spPr>
        <p:txBody>
          <a:bodyPr wrap="square" rtlCol="0">
            <a:spAutoFit/>
          </a:bodyPr>
          <a:lstStyle/>
          <a:p>
            <a:r>
              <a:rPr lang="en-US" altLang="zh-CN">
                <a:solidFill>
                  <a:schemeClr val="tx1"/>
                </a:solidFill>
              </a:rPr>
              <a:t>3</a:t>
            </a:r>
          </a:p>
          <a:p>
            <a:r>
              <a:rPr lang="en-US" altLang="zh-CN">
                <a:solidFill>
                  <a:schemeClr val="tx1"/>
                </a:solidFill>
              </a:rPr>
              <a:t>2</a:t>
            </a:r>
          </a:p>
          <a:p>
            <a:r>
              <a:rPr lang="en-US" altLang="zh-CN">
                <a:solidFill>
                  <a:schemeClr val="tx1"/>
                </a:solidFill>
              </a:rPr>
              <a:t>1</a:t>
            </a:r>
          </a:p>
        </p:txBody>
      </p:sp>
      <p:sp>
        <p:nvSpPr>
          <p:cNvPr id="15" name="文本框 14"/>
          <p:cNvSpPr txBox="1"/>
          <p:nvPr/>
        </p:nvSpPr>
        <p:spPr>
          <a:xfrm>
            <a:off x="4776470" y="1138555"/>
            <a:ext cx="337820" cy="1014730"/>
          </a:xfrm>
          <a:prstGeom prst="rect">
            <a:avLst/>
          </a:prstGeom>
          <a:noFill/>
          <a:ln w="12700" cmpd="sng">
            <a:solidFill>
              <a:schemeClr val="accent1">
                <a:shade val="50000"/>
              </a:schemeClr>
            </a:solidFill>
            <a:prstDash val="solid"/>
          </a:ln>
        </p:spPr>
        <p:txBody>
          <a:bodyPr wrap="square" rtlCol="0">
            <a:spAutoFit/>
          </a:bodyPr>
          <a:lstStyle/>
          <a:p>
            <a:r>
              <a:rPr lang="en-US" altLang="zh-CN">
                <a:solidFill>
                  <a:schemeClr val="tx1"/>
                </a:solidFill>
                <a:latin typeface="Arial" panose="020B0604020202020204" pitchFamily="34" charset="0"/>
                <a:cs typeface="Arial" panose="020B0604020202020204" pitchFamily="34" charset="0"/>
                <a:sym typeface="+mn-ea"/>
              </a:rPr>
              <a:t>√</a:t>
            </a:r>
            <a:endParaRPr lang="en-US" altLang="zh-CN">
              <a:solidFill>
                <a:schemeClr val="tx1"/>
              </a:solidFill>
              <a:latin typeface="Arial" panose="020B0604020202020204" pitchFamily="34" charset="0"/>
              <a:cs typeface="Arial" panose="020B0604020202020204" pitchFamily="34" charset="0"/>
            </a:endParaRPr>
          </a:p>
          <a:p>
            <a:r>
              <a:rPr lang="en-US" altLang="zh-CN">
                <a:solidFill>
                  <a:schemeClr val="tx1"/>
                </a:solidFill>
                <a:latin typeface="Arial" panose="020B0604020202020204" pitchFamily="34" charset="0"/>
                <a:cs typeface="Arial" panose="020B0604020202020204" pitchFamily="34" charset="0"/>
                <a:sym typeface="+mn-ea"/>
              </a:rPr>
              <a:t>√</a:t>
            </a:r>
            <a:endParaRPr lang="en-US" altLang="zh-CN">
              <a:solidFill>
                <a:schemeClr val="tx1"/>
              </a:solidFill>
              <a:latin typeface="Arial" panose="020B0604020202020204" pitchFamily="34" charset="0"/>
              <a:cs typeface="Arial" panose="020B0604020202020204" pitchFamily="34" charset="0"/>
            </a:endParaRPr>
          </a:p>
          <a:p>
            <a:r>
              <a:rPr lang="en-US" altLang="zh-CN">
                <a:solidFill>
                  <a:schemeClr val="tx1"/>
                </a:solidFill>
                <a:latin typeface="Arial" panose="020B0604020202020204" pitchFamily="34" charset="0"/>
                <a:cs typeface="Arial" panose="020B0604020202020204" pitchFamily="34" charset="0"/>
              </a:rPr>
              <a:t>√</a:t>
            </a:r>
          </a:p>
        </p:txBody>
      </p:sp>
      <p:sp>
        <p:nvSpPr>
          <p:cNvPr id="16" name="文本框 15"/>
          <p:cNvSpPr txBox="1"/>
          <p:nvPr/>
        </p:nvSpPr>
        <p:spPr>
          <a:xfrm>
            <a:off x="3610610" y="1138555"/>
            <a:ext cx="462915" cy="1014730"/>
          </a:xfrm>
          <a:prstGeom prst="rect">
            <a:avLst/>
          </a:prstGeom>
          <a:noFill/>
          <a:ln w="12700" cmpd="sng">
            <a:solidFill>
              <a:schemeClr val="accent1">
                <a:shade val="50000"/>
              </a:schemeClr>
            </a:solidFill>
            <a:prstDash val="solid"/>
          </a:ln>
        </p:spPr>
        <p:txBody>
          <a:bodyPr wrap="square" rtlCol="0">
            <a:spAutoFit/>
          </a:bodyPr>
          <a:lstStyle/>
          <a:p>
            <a:r>
              <a:rPr lang="en-US" altLang="zh-CN">
                <a:solidFill>
                  <a:schemeClr val="tx1"/>
                </a:solidFill>
                <a:latin typeface="宋体" panose="02010600030101010101" pitchFamily="2" charset="-122"/>
                <a:ea typeface="宋体" panose="02010600030101010101" pitchFamily="2" charset="-122"/>
                <a:sym typeface="+mn-ea"/>
              </a:rPr>
              <a:t>2</a:t>
            </a:r>
          </a:p>
          <a:p>
            <a:r>
              <a:rPr lang="en-US" altLang="zh-CN">
                <a:solidFill>
                  <a:schemeClr val="tx1"/>
                </a:solidFill>
                <a:latin typeface="宋体" panose="02010600030101010101" pitchFamily="2" charset="-122"/>
                <a:ea typeface="宋体" panose="02010600030101010101" pitchFamily="2" charset="-122"/>
                <a:sym typeface="+mn-ea"/>
              </a:rPr>
              <a:t>2</a:t>
            </a:r>
          </a:p>
          <a:p>
            <a:r>
              <a:rPr lang="en-US" altLang="zh-CN">
                <a:solidFill>
                  <a:schemeClr val="tx1"/>
                </a:solidFill>
                <a:latin typeface="宋体" panose="02010600030101010101" pitchFamily="2" charset="-122"/>
                <a:ea typeface="宋体" panose="02010600030101010101" pitchFamily="2" charset="-122"/>
              </a:rPr>
              <a:t>1</a:t>
            </a:r>
            <a:endParaRPr lang="en-US" altLang="zh-CN">
              <a:solidFill>
                <a:schemeClr val="tx1"/>
              </a:solidFill>
              <a:latin typeface="Arial" panose="020B0604020202020204" pitchFamily="34" charset="0"/>
              <a:cs typeface="Arial" panose="020B0604020202020204" pitchFamily="34" charset="0"/>
            </a:endParaRPr>
          </a:p>
        </p:txBody>
      </p:sp>
      <p:sp>
        <p:nvSpPr>
          <p:cNvPr id="17" name="文本框 16"/>
          <p:cNvSpPr txBox="1"/>
          <p:nvPr/>
        </p:nvSpPr>
        <p:spPr>
          <a:xfrm>
            <a:off x="5968365" y="1138555"/>
            <a:ext cx="462915" cy="1322070"/>
          </a:xfrm>
          <a:prstGeom prst="rect">
            <a:avLst/>
          </a:prstGeom>
          <a:noFill/>
          <a:ln w="12700" cmpd="sng">
            <a:solidFill>
              <a:schemeClr val="accent1">
                <a:shade val="50000"/>
              </a:schemeClr>
            </a:solidFill>
            <a:prstDash val="solid"/>
          </a:ln>
        </p:spPr>
        <p:txBody>
          <a:bodyPr wrap="square" rtlCol="0">
            <a:spAutoFit/>
          </a:bodyPr>
          <a:lstStyle/>
          <a:p>
            <a:r>
              <a:rPr lang="en-US" altLang="zh-CN">
                <a:solidFill>
                  <a:schemeClr val="tx1"/>
                </a:solidFill>
              </a:rPr>
              <a:t>4</a:t>
            </a:r>
          </a:p>
          <a:p>
            <a:r>
              <a:rPr lang="en-US" altLang="zh-CN">
                <a:solidFill>
                  <a:schemeClr val="tx1"/>
                </a:solidFill>
              </a:rPr>
              <a:t>3</a:t>
            </a:r>
          </a:p>
          <a:p>
            <a:r>
              <a:rPr lang="en-US" altLang="zh-CN">
                <a:solidFill>
                  <a:schemeClr val="tx1"/>
                </a:solidFill>
              </a:rPr>
              <a:t>2</a:t>
            </a:r>
          </a:p>
          <a:p>
            <a:r>
              <a:rPr lang="en-US" altLang="zh-CN">
                <a:solidFill>
                  <a:schemeClr val="tx1"/>
                </a:solidFill>
              </a:rPr>
              <a:t>1</a:t>
            </a:r>
          </a:p>
        </p:txBody>
      </p:sp>
      <p:sp>
        <p:nvSpPr>
          <p:cNvPr id="18" name="文本框 17"/>
          <p:cNvSpPr txBox="1"/>
          <p:nvPr/>
        </p:nvSpPr>
        <p:spPr>
          <a:xfrm>
            <a:off x="6551930" y="1138555"/>
            <a:ext cx="337820" cy="1322070"/>
          </a:xfrm>
          <a:prstGeom prst="rect">
            <a:avLst/>
          </a:prstGeom>
          <a:noFill/>
          <a:ln w="12700" cmpd="sng">
            <a:solidFill>
              <a:schemeClr val="accent1">
                <a:shade val="50000"/>
              </a:schemeClr>
            </a:solidFill>
            <a:prstDash val="solid"/>
          </a:ln>
        </p:spPr>
        <p:txBody>
          <a:bodyPr wrap="square" rtlCol="0">
            <a:spAutoFit/>
          </a:bodyPr>
          <a:lstStyle/>
          <a:p>
            <a:endParaRPr lang="en-US" altLang="zh-CN">
              <a:solidFill>
                <a:schemeClr val="tx1"/>
              </a:solidFill>
              <a:latin typeface="Arial" panose="020B0604020202020204" pitchFamily="34" charset="0"/>
              <a:cs typeface="Arial" panose="020B0604020202020204" pitchFamily="34" charset="0"/>
              <a:sym typeface="+mn-ea"/>
            </a:endParaRPr>
          </a:p>
          <a:p>
            <a:r>
              <a:rPr lang="en-US" altLang="zh-CN">
                <a:solidFill>
                  <a:schemeClr val="tx1"/>
                </a:solidFill>
                <a:latin typeface="Arial" panose="020B0604020202020204" pitchFamily="34" charset="0"/>
                <a:cs typeface="Arial" panose="020B0604020202020204" pitchFamily="34" charset="0"/>
                <a:sym typeface="+mn-ea"/>
              </a:rPr>
              <a:t>√</a:t>
            </a:r>
            <a:endParaRPr lang="en-US" altLang="zh-CN">
              <a:solidFill>
                <a:schemeClr val="tx1"/>
              </a:solidFill>
              <a:latin typeface="Arial" panose="020B0604020202020204" pitchFamily="34" charset="0"/>
              <a:cs typeface="Arial" panose="020B0604020202020204" pitchFamily="34" charset="0"/>
            </a:endParaRPr>
          </a:p>
          <a:p>
            <a:r>
              <a:rPr lang="en-US" altLang="zh-CN">
                <a:solidFill>
                  <a:schemeClr val="tx1"/>
                </a:solidFill>
                <a:latin typeface="Arial" panose="020B0604020202020204" pitchFamily="34" charset="0"/>
                <a:cs typeface="Arial" panose="020B0604020202020204" pitchFamily="34" charset="0"/>
                <a:sym typeface="+mn-ea"/>
              </a:rPr>
              <a:t>√</a:t>
            </a:r>
            <a:endParaRPr lang="en-US" altLang="zh-CN">
              <a:solidFill>
                <a:schemeClr val="tx1"/>
              </a:solidFill>
              <a:latin typeface="Arial" panose="020B0604020202020204" pitchFamily="34" charset="0"/>
              <a:cs typeface="Arial" panose="020B0604020202020204" pitchFamily="34" charset="0"/>
            </a:endParaRPr>
          </a:p>
          <a:p>
            <a:r>
              <a:rPr lang="en-US" altLang="zh-CN">
                <a:solidFill>
                  <a:schemeClr val="tx1"/>
                </a:solidFill>
                <a:latin typeface="Arial" panose="020B0604020202020204" pitchFamily="34" charset="0"/>
                <a:cs typeface="Arial" panose="020B0604020202020204" pitchFamily="34" charset="0"/>
              </a:rPr>
              <a:t>√</a:t>
            </a:r>
          </a:p>
        </p:txBody>
      </p:sp>
      <p:sp>
        <p:nvSpPr>
          <p:cNvPr id="19" name="文本框 18"/>
          <p:cNvSpPr txBox="1"/>
          <p:nvPr/>
        </p:nvSpPr>
        <p:spPr>
          <a:xfrm>
            <a:off x="5386070" y="1138555"/>
            <a:ext cx="462915" cy="1322070"/>
          </a:xfrm>
          <a:prstGeom prst="rect">
            <a:avLst/>
          </a:prstGeom>
          <a:noFill/>
          <a:ln w="12700" cmpd="sng">
            <a:solidFill>
              <a:schemeClr val="accent1">
                <a:shade val="50000"/>
              </a:schemeClr>
            </a:solidFill>
            <a:prstDash val="solid"/>
          </a:ln>
        </p:spPr>
        <p:txBody>
          <a:bodyPr wrap="square" rtlCol="0">
            <a:spAutoFit/>
          </a:bodyPr>
          <a:lstStyle/>
          <a:p>
            <a:r>
              <a:rPr lang="en-US" altLang="zh-CN">
                <a:solidFill>
                  <a:schemeClr val="tx1"/>
                </a:solidFill>
                <a:latin typeface="宋体" panose="02010600030101010101" pitchFamily="2" charset="-122"/>
                <a:ea typeface="宋体" panose="02010600030101010101" pitchFamily="2" charset="-122"/>
                <a:sym typeface="+mn-ea"/>
              </a:rPr>
              <a:t>2</a:t>
            </a:r>
          </a:p>
          <a:p>
            <a:r>
              <a:rPr lang="en-US" altLang="zh-CN">
                <a:solidFill>
                  <a:schemeClr val="tx1"/>
                </a:solidFill>
                <a:latin typeface="宋体" panose="02010600030101010101" pitchFamily="2" charset="-122"/>
                <a:ea typeface="宋体" panose="02010600030101010101" pitchFamily="2" charset="-122"/>
                <a:sym typeface="+mn-ea"/>
              </a:rPr>
              <a:t>2</a:t>
            </a:r>
            <a:endParaRPr lang="en-US" altLang="zh-CN">
              <a:solidFill>
                <a:schemeClr val="tx1"/>
              </a:solidFill>
              <a:latin typeface="Arial" panose="020B0604020202020204" pitchFamily="34" charset="0"/>
              <a:cs typeface="Arial" panose="020B0604020202020204" pitchFamily="34" charset="0"/>
            </a:endParaRPr>
          </a:p>
          <a:p>
            <a:r>
              <a:rPr lang="en-US" altLang="zh-CN">
                <a:solidFill>
                  <a:schemeClr val="tx1"/>
                </a:solidFill>
                <a:latin typeface="宋体" panose="02010600030101010101" pitchFamily="2" charset="-122"/>
                <a:ea typeface="宋体" panose="02010600030101010101" pitchFamily="2" charset="-122"/>
              </a:rPr>
              <a:t>2</a:t>
            </a:r>
          </a:p>
          <a:p>
            <a:r>
              <a:rPr lang="en-US" altLang="zh-CN">
                <a:solidFill>
                  <a:schemeClr val="tx1"/>
                </a:solidFill>
                <a:latin typeface="宋体" panose="02010600030101010101" pitchFamily="2" charset="-122"/>
                <a:ea typeface="宋体" panose="02010600030101010101" pitchFamily="2" charset="-122"/>
                <a:sym typeface="+mn-ea"/>
              </a:rPr>
              <a:t>1</a:t>
            </a:r>
            <a:endParaRPr lang="en-US" altLang="zh-CN">
              <a:solidFill>
                <a:schemeClr val="tx1"/>
              </a:solidFill>
              <a:latin typeface="Arial" panose="020B0604020202020204" pitchFamily="34" charset="0"/>
              <a:cs typeface="Arial" panose="020B0604020202020204" pitchFamily="34" charset="0"/>
            </a:endParaRPr>
          </a:p>
        </p:txBody>
      </p:sp>
      <p:sp>
        <p:nvSpPr>
          <p:cNvPr id="20" name="文本框 19"/>
          <p:cNvSpPr txBox="1"/>
          <p:nvPr/>
        </p:nvSpPr>
        <p:spPr>
          <a:xfrm>
            <a:off x="7647940" y="1138555"/>
            <a:ext cx="462915" cy="1630045"/>
          </a:xfrm>
          <a:prstGeom prst="rect">
            <a:avLst/>
          </a:prstGeom>
          <a:noFill/>
          <a:ln w="12700" cmpd="sng">
            <a:solidFill>
              <a:schemeClr val="accent1">
                <a:shade val="50000"/>
              </a:schemeClr>
            </a:solidFill>
            <a:prstDash val="solid"/>
          </a:ln>
        </p:spPr>
        <p:txBody>
          <a:bodyPr wrap="square" rtlCol="0">
            <a:spAutoFit/>
          </a:bodyPr>
          <a:lstStyle/>
          <a:p>
            <a:r>
              <a:rPr lang="en-US" altLang="zh-CN">
                <a:solidFill>
                  <a:schemeClr val="tx1"/>
                </a:solidFill>
              </a:rPr>
              <a:t>5</a:t>
            </a:r>
          </a:p>
          <a:p>
            <a:r>
              <a:rPr lang="en-US" altLang="zh-CN">
                <a:solidFill>
                  <a:schemeClr val="tx1"/>
                </a:solidFill>
              </a:rPr>
              <a:t>4</a:t>
            </a:r>
          </a:p>
          <a:p>
            <a:r>
              <a:rPr lang="en-US" altLang="zh-CN">
                <a:solidFill>
                  <a:schemeClr val="tx1"/>
                </a:solidFill>
              </a:rPr>
              <a:t>3</a:t>
            </a:r>
          </a:p>
          <a:p>
            <a:r>
              <a:rPr lang="en-US" altLang="zh-CN">
                <a:solidFill>
                  <a:schemeClr val="tx1"/>
                </a:solidFill>
              </a:rPr>
              <a:t>2</a:t>
            </a:r>
          </a:p>
          <a:p>
            <a:r>
              <a:rPr lang="en-US" altLang="zh-CN">
                <a:solidFill>
                  <a:schemeClr val="tx1"/>
                </a:solidFill>
              </a:rPr>
              <a:t>1</a:t>
            </a:r>
          </a:p>
        </p:txBody>
      </p:sp>
      <p:sp>
        <p:nvSpPr>
          <p:cNvPr id="22" name="文本框 21"/>
          <p:cNvSpPr txBox="1"/>
          <p:nvPr/>
        </p:nvSpPr>
        <p:spPr>
          <a:xfrm>
            <a:off x="8231505" y="1138555"/>
            <a:ext cx="337820" cy="1630045"/>
          </a:xfrm>
          <a:prstGeom prst="rect">
            <a:avLst/>
          </a:prstGeom>
          <a:noFill/>
          <a:ln w="12700" cmpd="sng">
            <a:solidFill>
              <a:schemeClr val="accent1">
                <a:shade val="50000"/>
              </a:schemeClr>
            </a:solidFill>
            <a:prstDash val="solid"/>
          </a:ln>
        </p:spPr>
        <p:txBody>
          <a:bodyPr wrap="square" rtlCol="0">
            <a:spAutoFit/>
          </a:bodyPr>
          <a:lstStyle/>
          <a:p>
            <a:r>
              <a:rPr lang="en-US" altLang="zh-CN">
                <a:solidFill>
                  <a:schemeClr val="tx1"/>
                </a:solidFill>
                <a:latin typeface="Arial" panose="020B0604020202020204" pitchFamily="34" charset="0"/>
                <a:cs typeface="Arial" panose="020B0604020202020204" pitchFamily="34" charset="0"/>
                <a:sym typeface="+mn-ea"/>
              </a:rPr>
              <a:t>√</a:t>
            </a:r>
            <a:endParaRPr lang="en-US" altLang="zh-CN">
              <a:solidFill>
                <a:schemeClr val="tx1"/>
              </a:solidFill>
              <a:latin typeface="Arial" panose="020B0604020202020204" pitchFamily="34" charset="0"/>
              <a:cs typeface="Arial" panose="020B0604020202020204" pitchFamily="34" charset="0"/>
            </a:endParaRPr>
          </a:p>
          <a:p>
            <a:endParaRPr lang="en-US" altLang="zh-CN">
              <a:solidFill>
                <a:schemeClr val="tx1"/>
              </a:solidFill>
              <a:latin typeface="Arial" panose="020B0604020202020204" pitchFamily="34" charset="0"/>
              <a:cs typeface="Arial" panose="020B0604020202020204" pitchFamily="34" charset="0"/>
              <a:sym typeface="+mn-ea"/>
            </a:endParaRPr>
          </a:p>
          <a:p>
            <a:r>
              <a:rPr lang="en-US" altLang="zh-CN">
                <a:solidFill>
                  <a:schemeClr val="tx1"/>
                </a:solidFill>
                <a:latin typeface="Arial" panose="020B0604020202020204" pitchFamily="34" charset="0"/>
                <a:cs typeface="Arial" panose="020B0604020202020204" pitchFamily="34" charset="0"/>
                <a:sym typeface="+mn-ea"/>
              </a:rPr>
              <a:t>√</a:t>
            </a:r>
            <a:endParaRPr lang="en-US" altLang="zh-CN">
              <a:solidFill>
                <a:schemeClr val="tx1"/>
              </a:solidFill>
              <a:latin typeface="Arial" panose="020B0604020202020204" pitchFamily="34" charset="0"/>
              <a:cs typeface="Arial" panose="020B0604020202020204" pitchFamily="34" charset="0"/>
            </a:endParaRPr>
          </a:p>
          <a:p>
            <a:r>
              <a:rPr lang="en-US" altLang="zh-CN">
                <a:solidFill>
                  <a:schemeClr val="tx1"/>
                </a:solidFill>
                <a:latin typeface="Arial" panose="020B0604020202020204" pitchFamily="34" charset="0"/>
                <a:cs typeface="Arial" panose="020B0604020202020204" pitchFamily="34" charset="0"/>
                <a:sym typeface="+mn-ea"/>
              </a:rPr>
              <a:t>√</a:t>
            </a:r>
            <a:endParaRPr lang="en-US" altLang="zh-CN">
              <a:solidFill>
                <a:schemeClr val="tx1"/>
              </a:solidFill>
              <a:latin typeface="Arial" panose="020B0604020202020204" pitchFamily="34" charset="0"/>
              <a:cs typeface="Arial" panose="020B0604020202020204" pitchFamily="34" charset="0"/>
            </a:endParaRPr>
          </a:p>
          <a:p>
            <a:r>
              <a:rPr lang="en-US" altLang="zh-CN">
                <a:solidFill>
                  <a:schemeClr val="tx1"/>
                </a:solidFill>
                <a:latin typeface="Arial" panose="020B0604020202020204" pitchFamily="34" charset="0"/>
                <a:cs typeface="Arial" panose="020B0604020202020204" pitchFamily="34" charset="0"/>
              </a:rPr>
              <a:t>√</a:t>
            </a:r>
          </a:p>
        </p:txBody>
      </p:sp>
      <p:sp>
        <p:nvSpPr>
          <p:cNvPr id="23" name="文本框 22"/>
          <p:cNvSpPr txBox="1"/>
          <p:nvPr/>
        </p:nvSpPr>
        <p:spPr>
          <a:xfrm>
            <a:off x="7065645" y="1138555"/>
            <a:ext cx="462915" cy="1630045"/>
          </a:xfrm>
          <a:prstGeom prst="rect">
            <a:avLst/>
          </a:prstGeom>
          <a:noFill/>
          <a:ln w="12700" cmpd="sng">
            <a:solidFill>
              <a:schemeClr val="accent1">
                <a:shade val="50000"/>
              </a:schemeClr>
            </a:solidFill>
            <a:prstDash val="solid"/>
          </a:ln>
        </p:spPr>
        <p:txBody>
          <a:bodyPr wrap="square" rtlCol="0">
            <a:spAutoFit/>
          </a:bodyPr>
          <a:lstStyle/>
          <a:p>
            <a:r>
              <a:rPr lang="en-US" altLang="zh-CN">
                <a:solidFill>
                  <a:schemeClr val="tx1"/>
                </a:solidFill>
                <a:latin typeface="宋体" panose="02010600030101010101" pitchFamily="2" charset="-122"/>
                <a:ea typeface="宋体" panose="02010600030101010101" pitchFamily="2" charset="-122"/>
                <a:sym typeface="+mn-ea"/>
              </a:rPr>
              <a:t>2</a:t>
            </a:r>
          </a:p>
          <a:p>
            <a:r>
              <a:rPr lang="en-US" altLang="zh-CN">
                <a:solidFill>
                  <a:schemeClr val="tx1"/>
                </a:solidFill>
                <a:latin typeface="宋体" panose="02010600030101010101" pitchFamily="2" charset="-122"/>
                <a:ea typeface="宋体" panose="02010600030101010101" pitchFamily="2" charset="-122"/>
                <a:sym typeface="+mn-ea"/>
              </a:rPr>
              <a:t>2</a:t>
            </a:r>
          </a:p>
          <a:p>
            <a:r>
              <a:rPr lang="en-US" altLang="zh-CN">
                <a:solidFill>
                  <a:schemeClr val="tx1"/>
                </a:solidFill>
                <a:latin typeface="宋体" panose="02010600030101010101" pitchFamily="2" charset="-122"/>
                <a:ea typeface="宋体" panose="02010600030101010101" pitchFamily="2" charset="-122"/>
                <a:sym typeface="+mn-ea"/>
              </a:rPr>
              <a:t>2</a:t>
            </a:r>
          </a:p>
          <a:p>
            <a:r>
              <a:rPr lang="en-US" altLang="zh-CN">
                <a:solidFill>
                  <a:schemeClr val="tx1"/>
                </a:solidFill>
                <a:latin typeface="宋体" panose="02010600030101010101" pitchFamily="2" charset="-122"/>
                <a:ea typeface="宋体" panose="02010600030101010101" pitchFamily="2" charset="-122"/>
              </a:rPr>
              <a:t>2</a:t>
            </a:r>
          </a:p>
          <a:p>
            <a:r>
              <a:rPr lang="en-US" altLang="zh-CN">
                <a:solidFill>
                  <a:schemeClr val="tx1"/>
                </a:solidFill>
                <a:latin typeface="宋体" panose="02010600030101010101" pitchFamily="2" charset="-122"/>
                <a:ea typeface="宋体" panose="02010600030101010101" pitchFamily="2" charset="-122"/>
                <a:sym typeface="+mn-ea"/>
              </a:rPr>
              <a:t>1</a:t>
            </a:r>
            <a:endParaRPr lang="en-US" altLang="zh-CN">
              <a:solidFill>
                <a:schemeClr val="tx1"/>
              </a:solidFill>
              <a:latin typeface="Arial" panose="020B0604020202020204" pitchFamily="34" charset="0"/>
              <a:cs typeface="Arial" panose="020B0604020202020204" pitchFamily="34" charset="0"/>
            </a:endParaRPr>
          </a:p>
        </p:txBody>
      </p:sp>
      <p:sp>
        <p:nvSpPr>
          <p:cNvPr id="24" name="文本框 23"/>
          <p:cNvSpPr txBox="1"/>
          <p:nvPr/>
        </p:nvSpPr>
        <p:spPr>
          <a:xfrm>
            <a:off x="9328150" y="1138555"/>
            <a:ext cx="462915" cy="1938020"/>
          </a:xfrm>
          <a:prstGeom prst="rect">
            <a:avLst/>
          </a:prstGeom>
          <a:noFill/>
          <a:ln w="12700" cmpd="sng">
            <a:solidFill>
              <a:schemeClr val="accent1">
                <a:shade val="50000"/>
              </a:schemeClr>
            </a:solidFill>
            <a:prstDash val="solid"/>
          </a:ln>
        </p:spPr>
        <p:txBody>
          <a:bodyPr wrap="square" rtlCol="0">
            <a:spAutoFit/>
          </a:bodyPr>
          <a:lstStyle/>
          <a:p>
            <a:r>
              <a:rPr lang="en-US" altLang="zh-CN">
                <a:solidFill>
                  <a:schemeClr val="tx1"/>
                </a:solidFill>
              </a:rPr>
              <a:t>6</a:t>
            </a:r>
          </a:p>
          <a:p>
            <a:r>
              <a:rPr lang="en-US" altLang="zh-CN">
                <a:solidFill>
                  <a:schemeClr val="tx1"/>
                </a:solidFill>
              </a:rPr>
              <a:t>5</a:t>
            </a:r>
          </a:p>
          <a:p>
            <a:r>
              <a:rPr lang="en-US" altLang="zh-CN">
                <a:solidFill>
                  <a:schemeClr val="tx1"/>
                </a:solidFill>
              </a:rPr>
              <a:t>4</a:t>
            </a:r>
          </a:p>
          <a:p>
            <a:r>
              <a:rPr lang="en-US" altLang="zh-CN">
                <a:solidFill>
                  <a:schemeClr val="tx1"/>
                </a:solidFill>
              </a:rPr>
              <a:t>3</a:t>
            </a:r>
          </a:p>
          <a:p>
            <a:r>
              <a:rPr lang="en-US" altLang="zh-CN">
                <a:solidFill>
                  <a:schemeClr val="tx1"/>
                </a:solidFill>
              </a:rPr>
              <a:t>2</a:t>
            </a:r>
          </a:p>
          <a:p>
            <a:r>
              <a:rPr lang="en-US" altLang="zh-CN">
                <a:solidFill>
                  <a:schemeClr val="tx1"/>
                </a:solidFill>
              </a:rPr>
              <a:t>1</a:t>
            </a:r>
          </a:p>
        </p:txBody>
      </p:sp>
      <p:sp>
        <p:nvSpPr>
          <p:cNvPr id="25" name="文本框 24"/>
          <p:cNvSpPr txBox="1"/>
          <p:nvPr/>
        </p:nvSpPr>
        <p:spPr>
          <a:xfrm>
            <a:off x="9911715" y="1138555"/>
            <a:ext cx="337820" cy="1938020"/>
          </a:xfrm>
          <a:prstGeom prst="rect">
            <a:avLst/>
          </a:prstGeom>
          <a:noFill/>
          <a:ln w="12700" cmpd="sng">
            <a:solidFill>
              <a:schemeClr val="accent1">
                <a:shade val="50000"/>
              </a:schemeClr>
            </a:solidFill>
            <a:prstDash val="solid"/>
          </a:ln>
        </p:spPr>
        <p:txBody>
          <a:bodyPr wrap="square" rtlCol="0">
            <a:spAutoFit/>
          </a:bodyPr>
          <a:lstStyle/>
          <a:p>
            <a:r>
              <a:rPr lang="en-US" altLang="zh-CN">
                <a:solidFill>
                  <a:schemeClr val="tx1"/>
                </a:solidFill>
                <a:latin typeface="Arial" panose="020B0604020202020204" pitchFamily="34" charset="0"/>
                <a:cs typeface="Arial" panose="020B0604020202020204" pitchFamily="34" charset="0"/>
                <a:sym typeface="+mn-ea"/>
              </a:rPr>
              <a:t>√</a:t>
            </a:r>
          </a:p>
          <a:p>
            <a:r>
              <a:rPr lang="en-US" altLang="zh-CN">
                <a:solidFill>
                  <a:schemeClr val="tx1"/>
                </a:solidFill>
                <a:latin typeface="Arial" panose="020B0604020202020204" pitchFamily="34" charset="0"/>
                <a:cs typeface="Arial" panose="020B0604020202020204" pitchFamily="34" charset="0"/>
                <a:sym typeface="+mn-ea"/>
              </a:rPr>
              <a:t>√</a:t>
            </a:r>
            <a:endParaRPr lang="en-US" altLang="zh-CN">
              <a:solidFill>
                <a:schemeClr val="tx1"/>
              </a:solidFill>
              <a:latin typeface="Arial" panose="020B0604020202020204" pitchFamily="34" charset="0"/>
              <a:cs typeface="Arial" panose="020B0604020202020204" pitchFamily="34" charset="0"/>
            </a:endParaRPr>
          </a:p>
          <a:p>
            <a:endParaRPr lang="en-US" altLang="zh-CN">
              <a:solidFill>
                <a:schemeClr val="tx1"/>
              </a:solidFill>
              <a:latin typeface="Arial" panose="020B0604020202020204" pitchFamily="34" charset="0"/>
              <a:cs typeface="Arial" panose="020B0604020202020204" pitchFamily="34" charset="0"/>
              <a:sym typeface="+mn-ea"/>
            </a:endParaRPr>
          </a:p>
          <a:p>
            <a:r>
              <a:rPr lang="en-US" altLang="zh-CN">
                <a:solidFill>
                  <a:schemeClr val="tx1"/>
                </a:solidFill>
                <a:latin typeface="Arial" panose="020B0604020202020204" pitchFamily="34" charset="0"/>
                <a:cs typeface="Arial" panose="020B0604020202020204" pitchFamily="34" charset="0"/>
                <a:sym typeface="+mn-ea"/>
              </a:rPr>
              <a:t>√</a:t>
            </a:r>
            <a:endParaRPr lang="en-US" altLang="zh-CN">
              <a:solidFill>
                <a:schemeClr val="tx1"/>
              </a:solidFill>
              <a:latin typeface="Arial" panose="020B0604020202020204" pitchFamily="34" charset="0"/>
              <a:cs typeface="Arial" panose="020B0604020202020204" pitchFamily="34" charset="0"/>
            </a:endParaRPr>
          </a:p>
          <a:p>
            <a:r>
              <a:rPr lang="en-US" altLang="zh-CN">
                <a:solidFill>
                  <a:schemeClr val="tx1"/>
                </a:solidFill>
                <a:latin typeface="Arial" panose="020B0604020202020204" pitchFamily="34" charset="0"/>
                <a:cs typeface="Arial" panose="020B0604020202020204" pitchFamily="34" charset="0"/>
                <a:sym typeface="+mn-ea"/>
              </a:rPr>
              <a:t>√</a:t>
            </a:r>
            <a:endParaRPr lang="en-US" altLang="zh-CN">
              <a:solidFill>
                <a:schemeClr val="tx1"/>
              </a:solidFill>
              <a:latin typeface="Arial" panose="020B0604020202020204" pitchFamily="34" charset="0"/>
              <a:cs typeface="Arial" panose="020B0604020202020204" pitchFamily="34" charset="0"/>
            </a:endParaRPr>
          </a:p>
          <a:p>
            <a:r>
              <a:rPr lang="en-US" altLang="zh-CN">
                <a:solidFill>
                  <a:schemeClr val="tx1"/>
                </a:solidFill>
                <a:latin typeface="Arial" panose="020B0604020202020204" pitchFamily="34" charset="0"/>
                <a:cs typeface="Arial" panose="020B0604020202020204" pitchFamily="34" charset="0"/>
              </a:rPr>
              <a:t>√</a:t>
            </a:r>
          </a:p>
        </p:txBody>
      </p:sp>
      <p:sp>
        <p:nvSpPr>
          <p:cNvPr id="26" name="文本框 25"/>
          <p:cNvSpPr txBox="1"/>
          <p:nvPr/>
        </p:nvSpPr>
        <p:spPr>
          <a:xfrm>
            <a:off x="8842375" y="1138555"/>
            <a:ext cx="462915" cy="1938020"/>
          </a:xfrm>
          <a:prstGeom prst="rect">
            <a:avLst/>
          </a:prstGeom>
          <a:noFill/>
          <a:ln w="12700" cmpd="sng">
            <a:solidFill>
              <a:schemeClr val="accent1">
                <a:shade val="50000"/>
              </a:schemeClr>
            </a:solidFill>
            <a:prstDash val="solid"/>
          </a:ln>
        </p:spPr>
        <p:txBody>
          <a:bodyPr wrap="square" rtlCol="0">
            <a:spAutoFit/>
          </a:bodyPr>
          <a:lstStyle/>
          <a:p>
            <a:r>
              <a:rPr lang="en-US" altLang="zh-CN">
                <a:solidFill>
                  <a:schemeClr val="tx1"/>
                </a:solidFill>
                <a:latin typeface="宋体" panose="02010600030101010101" pitchFamily="2" charset="-122"/>
                <a:ea typeface="宋体" panose="02010600030101010101" pitchFamily="2" charset="-122"/>
                <a:sym typeface="+mn-ea"/>
              </a:rPr>
              <a:t>4</a:t>
            </a:r>
          </a:p>
          <a:p>
            <a:r>
              <a:rPr lang="en-US" altLang="zh-CN">
                <a:solidFill>
                  <a:schemeClr val="tx1"/>
                </a:solidFill>
                <a:latin typeface="宋体" panose="02010600030101010101" pitchFamily="2" charset="-122"/>
                <a:ea typeface="宋体" panose="02010600030101010101" pitchFamily="2" charset="-122"/>
                <a:sym typeface="+mn-ea"/>
              </a:rPr>
              <a:t>2</a:t>
            </a:r>
          </a:p>
          <a:p>
            <a:r>
              <a:rPr lang="en-US" altLang="zh-CN">
                <a:solidFill>
                  <a:schemeClr val="tx1"/>
                </a:solidFill>
                <a:latin typeface="宋体" panose="02010600030101010101" pitchFamily="2" charset="-122"/>
                <a:ea typeface="宋体" panose="02010600030101010101" pitchFamily="2" charset="-122"/>
                <a:sym typeface="+mn-ea"/>
              </a:rPr>
              <a:t>2</a:t>
            </a:r>
          </a:p>
          <a:p>
            <a:r>
              <a:rPr lang="en-US" altLang="zh-CN">
                <a:solidFill>
                  <a:schemeClr val="tx1"/>
                </a:solidFill>
                <a:latin typeface="宋体" panose="02010600030101010101" pitchFamily="2" charset="-122"/>
                <a:ea typeface="宋体" panose="02010600030101010101" pitchFamily="2" charset="-122"/>
                <a:sym typeface="+mn-ea"/>
              </a:rPr>
              <a:t>2</a:t>
            </a:r>
          </a:p>
          <a:p>
            <a:r>
              <a:rPr lang="en-US" altLang="zh-CN">
                <a:solidFill>
                  <a:schemeClr val="tx1"/>
                </a:solidFill>
                <a:latin typeface="宋体" panose="02010600030101010101" pitchFamily="2" charset="-122"/>
                <a:ea typeface="宋体" panose="02010600030101010101" pitchFamily="2" charset="-122"/>
              </a:rPr>
              <a:t>2</a:t>
            </a:r>
          </a:p>
          <a:p>
            <a:r>
              <a:rPr lang="en-US" altLang="zh-CN">
                <a:solidFill>
                  <a:schemeClr val="tx1"/>
                </a:solidFill>
                <a:latin typeface="宋体" panose="02010600030101010101" pitchFamily="2" charset="-122"/>
                <a:ea typeface="宋体" panose="02010600030101010101" pitchFamily="2" charset="-122"/>
                <a:sym typeface="+mn-ea"/>
              </a:rPr>
              <a:t>1</a:t>
            </a:r>
            <a:endParaRPr lang="en-US" altLang="zh-CN">
              <a:solidFill>
                <a:schemeClr val="tx1"/>
              </a:solidFill>
              <a:latin typeface="Arial" panose="020B0604020202020204" pitchFamily="34" charset="0"/>
              <a:cs typeface="Arial" panose="020B0604020202020204" pitchFamily="34" charset="0"/>
            </a:endParaRPr>
          </a:p>
        </p:txBody>
      </p:sp>
      <p:sp>
        <p:nvSpPr>
          <p:cNvPr id="27" name="文本框 26"/>
          <p:cNvSpPr txBox="1"/>
          <p:nvPr/>
        </p:nvSpPr>
        <p:spPr>
          <a:xfrm>
            <a:off x="10981055" y="1138555"/>
            <a:ext cx="462915" cy="2245360"/>
          </a:xfrm>
          <a:prstGeom prst="rect">
            <a:avLst/>
          </a:prstGeom>
          <a:noFill/>
          <a:ln w="12700" cmpd="sng">
            <a:solidFill>
              <a:schemeClr val="accent1">
                <a:shade val="50000"/>
              </a:schemeClr>
            </a:solidFill>
            <a:prstDash val="solid"/>
          </a:ln>
        </p:spPr>
        <p:txBody>
          <a:bodyPr wrap="square" rtlCol="0">
            <a:spAutoFit/>
          </a:bodyPr>
          <a:lstStyle/>
          <a:p>
            <a:r>
              <a:rPr lang="en-US" altLang="zh-CN">
                <a:solidFill>
                  <a:schemeClr val="tx1"/>
                </a:solidFill>
              </a:rPr>
              <a:t>7</a:t>
            </a:r>
          </a:p>
          <a:p>
            <a:r>
              <a:rPr lang="en-US" altLang="zh-CN">
                <a:solidFill>
                  <a:schemeClr val="tx1"/>
                </a:solidFill>
              </a:rPr>
              <a:t>6</a:t>
            </a:r>
          </a:p>
          <a:p>
            <a:r>
              <a:rPr lang="en-US" altLang="zh-CN">
                <a:solidFill>
                  <a:schemeClr val="tx1"/>
                </a:solidFill>
              </a:rPr>
              <a:t>5</a:t>
            </a:r>
          </a:p>
          <a:p>
            <a:r>
              <a:rPr lang="en-US" altLang="zh-CN">
                <a:solidFill>
                  <a:schemeClr val="tx1"/>
                </a:solidFill>
              </a:rPr>
              <a:t>4</a:t>
            </a:r>
          </a:p>
          <a:p>
            <a:r>
              <a:rPr lang="en-US" altLang="zh-CN">
                <a:solidFill>
                  <a:schemeClr val="tx1"/>
                </a:solidFill>
              </a:rPr>
              <a:t>3</a:t>
            </a:r>
          </a:p>
          <a:p>
            <a:r>
              <a:rPr lang="en-US" altLang="zh-CN">
                <a:solidFill>
                  <a:schemeClr val="tx1"/>
                </a:solidFill>
              </a:rPr>
              <a:t>2</a:t>
            </a:r>
          </a:p>
          <a:p>
            <a:r>
              <a:rPr lang="en-US" altLang="zh-CN">
                <a:solidFill>
                  <a:schemeClr val="tx1"/>
                </a:solidFill>
              </a:rPr>
              <a:t>1</a:t>
            </a:r>
          </a:p>
        </p:txBody>
      </p:sp>
      <p:sp>
        <p:nvSpPr>
          <p:cNvPr id="28" name="文本框 27"/>
          <p:cNvSpPr txBox="1"/>
          <p:nvPr/>
        </p:nvSpPr>
        <p:spPr>
          <a:xfrm>
            <a:off x="11564620" y="1138555"/>
            <a:ext cx="337820" cy="2245360"/>
          </a:xfrm>
          <a:prstGeom prst="rect">
            <a:avLst/>
          </a:prstGeom>
          <a:noFill/>
          <a:ln w="12700" cmpd="sng">
            <a:solidFill>
              <a:schemeClr val="accent1">
                <a:shade val="50000"/>
              </a:schemeClr>
            </a:solidFill>
            <a:prstDash val="solid"/>
          </a:ln>
        </p:spPr>
        <p:txBody>
          <a:bodyPr wrap="square" rtlCol="0">
            <a:spAutoFit/>
          </a:bodyPr>
          <a:lstStyle/>
          <a:p>
            <a:r>
              <a:rPr lang="en-US" altLang="zh-CN">
                <a:solidFill>
                  <a:schemeClr val="tx1"/>
                </a:solidFill>
                <a:latin typeface="Arial" panose="020B0604020202020204" pitchFamily="34" charset="0"/>
                <a:cs typeface="Arial" panose="020B0604020202020204" pitchFamily="34" charset="0"/>
                <a:sym typeface="+mn-ea"/>
              </a:rPr>
              <a:t>√</a:t>
            </a:r>
          </a:p>
          <a:p>
            <a:r>
              <a:rPr lang="en-US" altLang="zh-CN">
                <a:solidFill>
                  <a:schemeClr val="tx1"/>
                </a:solidFill>
                <a:latin typeface="Arial" panose="020B0604020202020204" pitchFamily="34" charset="0"/>
                <a:cs typeface="Arial" panose="020B0604020202020204" pitchFamily="34" charset="0"/>
                <a:sym typeface="+mn-ea"/>
              </a:rPr>
              <a:t>√</a:t>
            </a:r>
          </a:p>
          <a:p>
            <a:r>
              <a:rPr lang="en-US" altLang="zh-CN">
                <a:solidFill>
                  <a:schemeClr val="tx1"/>
                </a:solidFill>
                <a:latin typeface="Arial" panose="020B0604020202020204" pitchFamily="34" charset="0"/>
                <a:cs typeface="Arial" panose="020B0604020202020204" pitchFamily="34" charset="0"/>
                <a:sym typeface="+mn-ea"/>
              </a:rPr>
              <a:t>√</a:t>
            </a:r>
            <a:endParaRPr lang="en-US" altLang="zh-CN">
              <a:solidFill>
                <a:schemeClr val="tx1"/>
              </a:solidFill>
              <a:latin typeface="Arial" panose="020B0604020202020204" pitchFamily="34" charset="0"/>
              <a:cs typeface="Arial" panose="020B0604020202020204" pitchFamily="34" charset="0"/>
            </a:endParaRPr>
          </a:p>
          <a:p>
            <a:endParaRPr lang="en-US" altLang="zh-CN">
              <a:solidFill>
                <a:schemeClr val="tx1"/>
              </a:solidFill>
              <a:latin typeface="Arial" panose="020B0604020202020204" pitchFamily="34" charset="0"/>
              <a:cs typeface="Arial" panose="020B0604020202020204" pitchFamily="34" charset="0"/>
              <a:sym typeface="+mn-ea"/>
            </a:endParaRPr>
          </a:p>
          <a:p>
            <a:r>
              <a:rPr lang="en-US" altLang="zh-CN">
                <a:solidFill>
                  <a:schemeClr val="tx1"/>
                </a:solidFill>
                <a:latin typeface="Arial" panose="020B0604020202020204" pitchFamily="34" charset="0"/>
                <a:cs typeface="Arial" panose="020B0604020202020204" pitchFamily="34" charset="0"/>
                <a:sym typeface="+mn-ea"/>
              </a:rPr>
              <a:t>√</a:t>
            </a:r>
            <a:endParaRPr lang="en-US" altLang="zh-CN">
              <a:solidFill>
                <a:schemeClr val="tx1"/>
              </a:solidFill>
              <a:latin typeface="Arial" panose="020B0604020202020204" pitchFamily="34" charset="0"/>
              <a:cs typeface="Arial" panose="020B0604020202020204" pitchFamily="34" charset="0"/>
            </a:endParaRPr>
          </a:p>
          <a:p>
            <a:r>
              <a:rPr lang="en-US" altLang="zh-CN">
                <a:solidFill>
                  <a:schemeClr val="tx1"/>
                </a:solidFill>
                <a:latin typeface="Arial" panose="020B0604020202020204" pitchFamily="34" charset="0"/>
                <a:cs typeface="Arial" panose="020B0604020202020204" pitchFamily="34" charset="0"/>
                <a:sym typeface="+mn-ea"/>
              </a:rPr>
              <a:t>√</a:t>
            </a:r>
            <a:endParaRPr lang="en-US" altLang="zh-CN">
              <a:solidFill>
                <a:schemeClr val="tx1"/>
              </a:solidFill>
              <a:latin typeface="Arial" panose="020B0604020202020204" pitchFamily="34" charset="0"/>
              <a:cs typeface="Arial" panose="020B0604020202020204" pitchFamily="34" charset="0"/>
            </a:endParaRPr>
          </a:p>
          <a:p>
            <a:r>
              <a:rPr lang="en-US" altLang="zh-CN">
                <a:solidFill>
                  <a:schemeClr val="tx1"/>
                </a:solidFill>
                <a:latin typeface="Arial" panose="020B0604020202020204" pitchFamily="34" charset="0"/>
                <a:cs typeface="Arial" panose="020B0604020202020204" pitchFamily="34" charset="0"/>
              </a:rPr>
              <a:t>√</a:t>
            </a:r>
          </a:p>
        </p:txBody>
      </p:sp>
      <p:sp>
        <p:nvSpPr>
          <p:cNvPr id="29" name="文本框 28"/>
          <p:cNvSpPr txBox="1"/>
          <p:nvPr/>
        </p:nvSpPr>
        <p:spPr>
          <a:xfrm>
            <a:off x="10495280" y="1138555"/>
            <a:ext cx="462915" cy="2245360"/>
          </a:xfrm>
          <a:prstGeom prst="rect">
            <a:avLst/>
          </a:prstGeom>
          <a:noFill/>
          <a:ln w="12700" cmpd="sng">
            <a:solidFill>
              <a:schemeClr val="accent1">
                <a:shade val="50000"/>
              </a:schemeClr>
            </a:solidFill>
            <a:prstDash val="solid"/>
          </a:ln>
        </p:spPr>
        <p:txBody>
          <a:bodyPr wrap="square" rtlCol="0">
            <a:spAutoFit/>
          </a:bodyPr>
          <a:lstStyle/>
          <a:p>
            <a:r>
              <a:rPr lang="en-US" altLang="zh-CN">
                <a:solidFill>
                  <a:schemeClr val="tx1"/>
                </a:solidFill>
                <a:latin typeface="宋体" panose="02010600030101010101" pitchFamily="2" charset="-122"/>
                <a:ea typeface="宋体" panose="02010600030101010101" pitchFamily="2" charset="-122"/>
                <a:sym typeface="+mn-ea"/>
              </a:rPr>
              <a:t>2</a:t>
            </a:r>
          </a:p>
          <a:p>
            <a:r>
              <a:rPr lang="en-US" altLang="zh-CN">
                <a:solidFill>
                  <a:schemeClr val="tx1"/>
                </a:solidFill>
                <a:latin typeface="宋体" panose="02010600030101010101" pitchFamily="2" charset="-122"/>
                <a:ea typeface="宋体" panose="02010600030101010101" pitchFamily="2" charset="-122"/>
                <a:sym typeface="+mn-ea"/>
              </a:rPr>
              <a:t>4</a:t>
            </a:r>
          </a:p>
          <a:p>
            <a:r>
              <a:rPr lang="en-US" altLang="zh-CN">
                <a:solidFill>
                  <a:schemeClr val="tx1"/>
                </a:solidFill>
                <a:latin typeface="宋体" panose="02010600030101010101" pitchFamily="2" charset="-122"/>
                <a:ea typeface="宋体" panose="02010600030101010101" pitchFamily="2" charset="-122"/>
                <a:sym typeface="+mn-ea"/>
              </a:rPr>
              <a:t>2</a:t>
            </a:r>
          </a:p>
          <a:p>
            <a:r>
              <a:rPr lang="en-US" altLang="zh-CN">
                <a:solidFill>
                  <a:schemeClr val="tx1"/>
                </a:solidFill>
                <a:latin typeface="宋体" panose="02010600030101010101" pitchFamily="2" charset="-122"/>
                <a:ea typeface="宋体" panose="02010600030101010101" pitchFamily="2" charset="-122"/>
                <a:sym typeface="+mn-ea"/>
              </a:rPr>
              <a:t>2</a:t>
            </a:r>
          </a:p>
          <a:p>
            <a:r>
              <a:rPr lang="en-US" altLang="zh-CN">
                <a:solidFill>
                  <a:schemeClr val="tx1"/>
                </a:solidFill>
                <a:latin typeface="宋体" panose="02010600030101010101" pitchFamily="2" charset="-122"/>
                <a:ea typeface="宋体" panose="02010600030101010101" pitchFamily="2" charset="-122"/>
                <a:sym typeface="+mn-ea"/>
              </a:rPr>
              <a:t>2</a:t>
            </a:r>
          </a:p>
          <a:p>
            <a:r>
              <a:rPr lang="en-US" altLang="zh-CN">
                <a:solidFill>
                  <a:schemeClr val="tx1"/>
                </a:solidFill>
                <a:latin typeface="宋体" panose="02010600030101010101" pitchFamily="2" charset="-122"/>
                <a:ea typeface="宋体" panose="02010600030101010101" pitchFamily="2" charset="-122"/>
              </a:rPr>
              <a:t>2</a:t>
            </a:r>
          </a:p>
          <a:p>
            <a:r>
              <a:rPr lang="en-US" altLang="zh-CN">
                <a:solidFill>
                  <a:schemeClr val="tx1"/>
                </a:solidFill>
                <a:latin typeface="宋体" panose="02010600030101010101" pitchFamily="2" charset="-122"/>
                <a:ea typeface="宋体" panose="02010600030101010101" pitchFamily="2" charset="-122"/>
                <a:sym typeface="+mn-ea"/>
              </a:rPr>
              <a:t>1</a:t>
            </a:r>
            <a:endParaRPr lang="en-US" altLang="zh-CN">
              <a:solidFill>
                <a:schemeClr val="tx1"/>
              </a:solidFill>
              <a:latin typeface="Arial" panose="020B0604020202020204" pitchFamily="34" charset="0"/>
              <a:cs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2000" advTm="34072"/>
    </mc:Choice>
    <mc:Fallback xmlns="">
      <p:transition spd="slow" advTm="34072"/>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vert="horz" lIns="91440" tIns="45720" rIns="91440" bIns="45720" rtlCol="0" anchor="ctr"/>
          <a:lstStyle/>
          <a:p>
            <a:fld id="{217794D7-36C4-4E93-AE7A-0CAF6AF174FC}" type="slidenum">
              <a:rPr lang="zh-CN" altLang="en-US" b="0" smtClean="0">
                <a:solidFill>
                  <a:schemeClr val="tx1"/>
                </a:solidFill>
              </a:rPr>
              <a:t>21</a:t>
            </a:fld>
            <a:endParaRPr lang="en-US" altLang="zh-CN" b="0" dirty="0">
              <a:solidFill>
                <a:schemeClr val="tx1"/>
              </a:solidFill>
            </a:endParaRPr>
          </a:p>
        </p:txBody>
      </p:sp>
      <p:sp>
        <p:nvSpPr>
          <p:cNvPr id="21" name="内容占位符 2"/>
          <p:cNvSpPr txBox="1"/>
          <p:nvPr/>
        </p:nvSpPr>
        <p:spPr>
          <a:xfrm>
            <a:off x="670420" y="1138425"/>
            <a:ext cx="10842055" cy="487684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ct val="150000"/>
              </a:lnSpc>
              <a:spcBef>
                <a:spcPts val="0"/>
              </a:spcBef>
              <a:spcAft>
                <a:spcPts val="0"/>
              </a:spcAft>
              <a:buNone/>
            </a:pPr>
            <a:r>
              <a:rPr lang="zh-CN" altLang="en-US" sz="2400" dirty="0">
                <a:solidFill>
                  <a:srgbClr val="0070C0"/>
                </a:solidFill>
                <a:latin typeface="微软雅黑" panose="020B0503020204020204" pitchFamily="34" charset="-122"/>
                <a:ea typeface="微软雅黑" panose="020B0503020204020204" pitchFamily="34" charset="-122"/>
              </a:rPr>
              <a:t>题解：</a:t>
            </a:r>
            <a:endParaRPr lang="en-US" altLang="zh-CN" sz="2400" dirty="0">
              <a:solidFill>
                <a:srgbClr val="0070C0"/>
              </a:solidFill>
              <a:latin typeface="微软雅黑" panose="020B0503020204020204" pitchFamily="34" charset="-122"/>
              <a:ea typeface="微软雅黑" panose="020B0503020204020204" pitchFamily="34" charset="-122"/>
            </a:endParaRPr>
          </a:p>
          <a:p>
            <a:pPr fontAlgn="auto">
              <a:lnSpc>
                <a:spcPct val="150000"/>
              </a:lnSpc>
              <a:spcBef>
                <a:spcPts val="0"/>
              </a:spcBef>
              <a:spcAft>
                <a:spcPts val="0"/>
              </a:spcAft>
              <a:buFont typeface="Wingdings" panose="05000000000000000000" pitchFamily="2" charset="2"/>
              <a:buChar char="ü"/>
            </a:pPr>
            <a:r>
              <a:rPr lang="zh-CN" altLang="en-US" sz="2400" dirty="0">
                <a:latin typeface="微软雅黑" panose="020B0503020204020204" pitchFamily="34" charset="-122"/>
                <a:ea typeface="微软雅黑" panose="020B0503020204020204" pitchFamily="34" charset="-122"/>
              </a:rPr>
              <a:t>题目的描述很简单，但是如何求解让人摸不着头脑。</a:t>
            </a:r>
            <a:endParaRPr lang="en-US" altLang="zh-CN" sz="2400" dirty="0">
              <a:latin typeface="微软雅黑" panose="020B0503020204020204" pitchFamily="34" charset="-122"/>
              <a:ea typeface="微软雅黑" panose="020B0503020204020204" pitchFamily="34" charset="-122"/>
            </a:endParaRPr>
          </a:p>
          <a:p>
            <a:pPr fontAlgn="auto">
              <a:lnSpc>
                <a:spcPct val="150000"/>
              </a:lnSpc>
              <a:spcBef>
                <a:spcPts val="0"/>
              </a:spcBef>
              <a:spcAft>
                <a:spcPts val="0"/>
              </a:spcAft>
              <a:buFont typeface="Wingdings" panose="05000000000000000000" pitchFamily="2" charset="2"/>
              <a:buChar char="ü"/>
            </a:pPr>
            <a:endParaRPr lang="en-US" altLang="zh-CN" sz="2400" dirty="0">
              <a:latin typeface="微软雅黑" panose="020B0503020204020204" pitchFamily="34" charset="-122"/>
              <a:ea typeface="微软雅黑" panose="020B0503020204020204" pitchFamily="34" charset="-122"/>
            </a:endParaRPr>
          </a:p>
          <a:p>
            <a:pPr fontAlgn="auto">
              <a:lnSpc>
                <a:spcPct val="150000"/>
              </a:lnSpc>
              <a:spcBef>
                <a:spcPts val="0"/>
              </a:spcBef>
              <a:spcAft>
                <a:spcPts val="0"/>
              </a:spcAft>
              <a:buFont typeface="Wingdings" panose="05000000000000000000" pitchFamily="2" charset="2"/>
              <a:buChar char="ü"/>
            </a:pPr>
            <a:r>
              <a:rPr lang="zh-CN" altLang="en-US" sz="2400" dirty="0">
                <a:latin typeface="微软雅黑" panose="020B0503020204020204" pitchFamily="34" charset="-122"/>
                <a:ea typeface="微软雅黑" panose="020B0503020204020204" pitchFamily="34" charset="-122"/>
              </a:rPr>
              <a:t>这一题</a:t>
            </a:r>
            <a:r>
              <a:rPr lang="en-US" altLang="zh-CN" sz="2400" dirty="0">
                <a:latin typeface="微软雅黑" panose="020B0503020204020204" pitchFamily="34" charset="-122"/>
                <a:ea typeface="微软雅黑" panose="020B0503020204020204" pitchFamily="34" charset="-122"/>
              </a:rPr>
              <a:t>100%</a:t>
            </a:r>
            <a:r>
              <a:rPr lang="zh-CN" altLang="en-US" sz="2400" dirty="0">
                <a:latin typeface="微软雅黑" panose="020B0503020204020204" pitchFamily="34" charset="-122"/>
                <a:ea typeface="微软雅黑" panose="020B0503020204020204" pitchFamily="34" charset="-122"/>
              </a:rPr>
              <a:t>的正解是</a:t>
            </a:r>
            <a:r>
              <a:rPr lang="zh-CN" altLang="en-US" sz="2400" dirty="0">
                <a:solidFill>
                  <a:srgbClr val="FF0000"/>
                </a:solidFill>
                <a:latin typeface="微软雅黑" panose="020B0503020204020204" pitchFamily="34" charset="-122"/>
                <a:ea typeface="微软雅黑" panose="020B0503020204020204" pitchFamily="34" charset="-122"/>
              </a:rPr>
              <a:t>杜教筛</a:t>
            </a:r>
            <a:r>
              <a:rPr lang="zh-CN" altLang="en-US" sz="2400" dirty="0">
                <a:latin typeface="微软雅黑" panose="020B0503020204020204" pitchFamily="34" charset="-122"/>
                <a:ea typeface="微软雅黑" panose="020B0503020204020204" pitchFamily="34" charset="-122"/>
              </a:rPr>
              <a:t>，属于高级知识点，在任何算法竞赛中都是难题。</a:t>
            </a:r>
            <a:endParaRPr lang="en-US" altLang="zh-CN" sz="2400" dirty="0">
              <a:latin typeface="微软雅黑" panose="020B0503020204020204" pitchFamily="34" charset="-122"/>
              <a:ea typeface="微软雅黑" panose="020B0503020204020204" pitchFamily="34" charset="-122"/>
            </a:endParaRPr>
          </a:p>
          <a:p>
            <a:pPr fontAlgn="auto">
              <a:lnSpc>
                <a:spcPct val="150000"/>
              </a:lnSpc>
              <a:spcBef>
                <a:spcPts val="0"/>
              </a:spcBef>
              <a:spcAft>
                <a:spcPts val="0"/>
              </a:spcAft>
              <a:buFont typeface="Wingdings" panose="05000000000000000000" pitchFamily="2" charset="2"/>
              <a:buChar char="ü"/>
            </a:pPr>
            <a:endParaRPr lang="en-US" altLang="zh-CN" sz="2400" dirty="0">
              <a:latin typeface="微软雅黑" panose="020B0503020204020204" pitchFamily="34" charset="-122"/>
              <a:ea typeface="微软雅黑" panose="020B0503020204020204" pitchFamily="34" charset="-122"/>
            </a:endParaRPr>
          </a:p>
          <a:p>
            <a:pPr fontAlgn="auto">
              <a:lnSpc>
                <a:spcPct val="150000"/>
              </a:lnSpc>
              <a:spcBef>
                <a:spcPts val="0"/>
              </a:spcBef>
              <a:spcAft>
                <a:spcPts val="0"/>
              </a:spcAft>
              <a:buFont typeface="Wingdings" panose="05000000000000000000" pitchFamily="2" charset="2"/>
              <a:buChar char="ü"/>
            </a:pPr>
            <a:r>
              <a:rPr lang="zh-CN" altLang="en-US" sz="2400" dirty="0">
                <a:latin typeface="微软雅黑" panose="020B0503020204020204" pitchFamily="34" charset="-122"/>
                <a:ea typeface="微软雅黑" panose="020B0503020204020204" pitchFamily="34" charset="-122"/>
              </a:rPr>
              <a:t>即使能做，蓝桥杯只给</a:t>
            </a:r>
            <a:r>
              <a:rPr lang="en-US" altLang="zh-CN" sz="2400" dirty="0">
                <a:latin typeface="微软雅黑" panose="020B0503020204020204" pitchFamily="34" charset="-122"/>
                <a:ea typeface="微软雅黑" panose="020B0503020204020204" pitchFamily="34" charset="-122"/>
              </a:rPr>
              <a:t>4</a:t>
            </a:r>
            <a:r>
              <a:rPr lang="zh-CN" altLang="en-US" sz="2400" dirty="0">
                <a:latin typeface="微软雅黑" panose="020B0503020204020204" pitchFamily="34" charset="-122"/>
                <a:ea typeface="微软雅黑" panose="020B0503020204020204" pitchFamily="34" charset="-122"/>
              </a:rPr>
              <a:t>小时比赛时间，做到这一题时估计也没有时间了。</a:t>
            </a:r>
          </a:p>
        </p:txBody>
      </p:sp>
    </p:spTree>
  </p:cSld>
  <p:clrMapOvr>
    <a:masterClrMapping/>
  </p:clrMapOvr>
  <mc:AlternateContent xmlns:mc="http://schemas.openxmlformats.org/markup-compatibility/2006" xmlns:p14="http://schemas.microsoft.com/office/powerpoint/2010/main">
    <mc:Choice Requires="p14">
      <p:transition spd="slow" p14:dur="2000" advTm="34072"/>
    </mc:Choice>
    <mc:Fallback xmlns="">
      <p:transition spd="slow" advTm="34072"/>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vert="horz" lIns="91440" tIns="45720" rIns="91440" bIns="45720" rtlCol="0" anchor="ctr"/>
          <a:lstStyle/>
          <a:p>
            <a:fld id="{217794D7-36C4-4E93-AE7A-0CAF6AF174FC}" type="slidenum">
              <a:rPr lang="zh-CN" altLang="en-US" b="0" smtClean="0">
                <a:solidFill>
                  <a:schemeClr val="tx1"/>
                </a:solidFill>
              </a:rPr>
              <a:t>22</a:t>
            </a:fld>
            <a:endParaRPr lang="en-US" altLang="zh-CN" b="0" dirty="0">
              <a:solidFill>
                <a:schemeClr val="tx1"/>
              </a:solidFill>
            </a:endParaRPr>
          </a:p>
        </p:txBody>
      </p:sp>
      <p:sp>
        <p:nvSpPr>
          <p:cNvPr id="21" name="内容占位符 2"/>
          <p:cNvSpPr txBox="1"/>
          <p:nvPr/>
        </p:nvSpPr>
        <p:spPr>
          <a:xfrm>
            <a:off x="598170" y="527685"/>
            <a:ext cx="9464675" cy="6168390"/>
          </a:xfrm>
          <a:prstGeom prst="rect">
            <a:avLst/>
          </a:prstGeom>
          <a:ln w="12700" cmpd="sng">
            <a:solidFill>
              <a:schemeClr val="accent1">
                <a:shade val="50000"/>
              </a:schemeClr>
            </a:solidFill>
            <a:prstDash val="solid"/>
          </a:ln>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spcBef>
                <a:spcPts val="0"/>
              </a:spcBef>
              <a:spcAft>
                <a:spcPts val="0"/>
              </a:spcAft>
              <a:buNone/>
            </a:pPr>
            <a:r>
              <a:rPr lang="en-US" altLang="zh-CN" sz="1600" b="0" dirty="0">
                <a:latin typeface="宋体" panose="02010600030101010101" pitchFamily="2" charset="-122"/>
                <a:ea typeface="宋体" panose="02010600030101010101" pitchFamily="2" charset="-122"/>
              </a:rPr>
              <a:t>//50%</a:t>
            </a:r>
            <a:r>
              <a:rPr lang="zh-CN" altLang="en-US" sz="1600" b="0" dirty="0">
                <a:latin typeface="宋体" panose="02010600030101010101" pitchFamily="2" charset="-122"/>
                <a:ea typeface="宋体" panose="02010600030101010101" pitchFamily="2" charset="-122"/>
              </a:rPr>
              <a:t>的解</a:t>
            </a:r>
          </a:p>
          <a:p>
            <a:pPr marL="0" indent="0">
              <a:lnSpc>
                <a:spcPct val="120000"/>
              </a:lnSpc>
              <a:spcBef>
                <a:spcPts val="0"/>
              </a:spcBef>
              <a:spcAft>
                <a:spcPts val="0"/>
              </a:spcAft>
              <a:buNone/>
            </a:pPr>
            <a:r>
              <a:rPr lang="zh-CN" altLang="en-US" sz="1600" b="0" dirty="0">
                <a:latin typeface="宋体" panose="02010600030101010101" pitchFamily="2" charset="-122"/>
                <a:ea typeface="宋体" panose="02010600030101010101" pitchFamily="2" charset="-122"/>
              </a:rPr>
              <a:t>#include &lt;iostream&gt;</a:t>
            </a:r>
          </a:p>
          <a:p>
            <a:pPr marL="0" indent="0">
              <a:lnSpc>
                <a:spcPct val="120000"/>
              </a:lnSpc>
              <a:spcBef>
                <a:spcPts val="0"/>
              </a:spcBef>
              <a:spcAft>
                <a:spcPts val="0"/>
              </a:spcAft>
              <a:buNone/>
            </a:pPr>
            <a:r>
              <a:rPr lang="zh-CN" altLang="en-US" sz="1600" b="0" dirty="0">
                <a:latin typeface="宋体" panose="02010600030101010101" pitchFamily="2" charset="-122"/>
                <a:ea typeface="宋体" panose="02010600030101010101" pitchFamily="2" charset="-122"/>
              </a:rPr>
              <a:t>using namespace std;</a:t>
            </a:r>
          </a:p>
          <a:p>
            <a:pPr marL="0" indent="0">
              <a:lnSpc>
                <a:spcPct val="120000"/>
              </a:lnSpc>
              <a:spcBef>
                <a:spcPts val="0"/>
              </a:spcBef>
              <a:spcAft>
                <a:spcPts val="0"/>
              </a:spcAft>
              <a:buNone/>
            </a:pPr>
            <a:r>
              <a:rPr lang="zh-CN" altLang="en-US" sz="1600" b="0" dirty="0">
                <a:latin typeface="宋体" panose="02010600030101010101" pitchFamily="2" charset="-122"/>
                <a:ea typeface="宋体" panose="02010600030101010101" pitchFamily="2" charset="-122"/>
              </a:rPr>
              <a:t>int a[50000000];//0朝上 1朝下</a:t>
            </a:r>
          </a:p>
          <a:p>
            <a:pPr marL="0" indent="0">
              <a:lnSpc>
                <a:spcPct val="120000"/>
              </a:lnSpc>
              <a:spcBef>
                <a:spcPts val="0"/>
              </a:spcBef>
              <a:spcAft>
                <a:spcPts val="0"/>
              </a:spcAft>
              <a:buNone/>
            </a:pPr>
            <a:r>
              <a:rPr lang="zh-CN" altLang="en-US" sz="1600" b="0" dirty="0">
                <a:latin typeface="宋体" panose="02010600030101010101" pitchFamily="2" charset="-122"/>
                <a:ea typeface="宋体" panose="02010600030101010101" pitchFamily="2" charset="-122"/>
              </a:rPr>
              <a:t>int main()</a:t>
            </a:r>
          </a:p>
          <a:p>
            <a:pPr marL="0" indent="0">
              <a:lnSpc>
                <a:spcPct val="120000"/>
              </a:lnSpc>
              <a:spcBef>
                <a:spcPts val="0"/>
              </a:spcBef>
              <a:spcAft>
                <a:spcPts val="0"/>
              </a:spcAft>
              <a:buNone/>
            </a:pPr>
            <a:r>
              <a:rPr lang="zh-CN" altLang="en-US" sz="1600" b="0" dirty="0">
                <a:latin typeface="宋体" panose="02010600030101010101" pitchFamily="2" charset="-122"/>
                <a:ea typeface="宋体" panose="02010600030101010101" pitchFamily="2" charset="-122"/>
              </a:rPr>
              <a:t>{</a:t>
            </a:r>
          </a:p>
          <a:p>
            <a:pPr marL="0" indent="0">
              <a:lnSpc>
                <a:spcPct val="120000"/>
              </a:lnSpc>
              <a:spcBef>
                <a:spcPts val="0"/>
              </a:spcBef>
              <a:spcAft>
                <a:spcPts val="0"/>
              </a:spcAft>
              <a:buNone/>
            </a:pPr>
            <a:r>
              <a:rPr lang="zh-CN" altLang="en-US" sz="1600" b="0" dirty="0">
                <a:latin typeface="宋体" panose="02010600030101010101" pitchFamily="2" charset="-122"/>
                <a:ea typeface="宋体" panose="02010600030101010101" pitchFamily="2" charset="-122"/>
              </a:rPr>
              <a:t>  int n,ans=0;</a:t>
            </a:r>
          </a:p>
          <a:p>
            <a:pPr marL="0" indent="0">
              <a:lnSpc>
                <a:spcPct val="120000"/>
              </a:lnSpc>
              <a:spcBef>
                <a:spcPts val="0"/>
              </a:spcBef>
              <a:spcAft>
                <a:spcPts val="0"/>
              </a:spcAft>
              <a:buNone/>
            </a:pPr>
            <a:r>
              <a:rPr lang="zh-CN" altLang="en-US" sz="1600" b="0" dirty="0">
                <a:latin typeface="宋体" panose="02010600030101010101" pitchFamily="2" charset="-122"/>
                <a:ea typeface="宋体" panose="02010600030101010101" pitchFamily="2" charset="-122"/>
              </a:rPr>
              <a:t>  cin&gt;&gt;n;</a:t>
            </a:r>
          </a:p>
          <a:p>
            <a:pPr marL="0" indent="0">
              <a:lnSpc>
                <a:spcPct val="120000"/>
              </a:lnSpc>
              <a:spcBef>
                <a:spcPts val="0"/>
              </a:spcBef>
              <a:spcAft>
                <a:spcPts val="0"/>
              </a:spcAft>
              <a:buNone/>
            </a:pPr>
            <a:r>
              <a:rPr lang="zh-CN" altLang="en-US" sz="1600" b="0" dirty="0">
                <a:latin typeface="宋体" panose="02010600030101010101" pitchFamily="2" charset="-122"/>
                <a:ea typeface="宋体" panose="02010600030101010101" pitchFamily="2" charset="-122"/>
              </a:rPr>
              <a:t>  a[1]=1;//第1个硬币朝下</a:t>
            </a:r>
          </a:p>
          <a:p>
            <a:pPr marL="0" indent="0">
              <a:lnSpc>
                <a:spcPct val="120000"/>
              </a:lnSpc>
              <a:spcBef>
                <a:spcPts val="0"/>
              </a:spcBef>
              <a:spcAft>
                <a:spcPts val="0"/>
              </a:spcAft>
              <a:buNone/>
            </a:pPr>
            <a:r>
              <a:rPr lang="zh-CN" altLang="en-US" sz="1600" b="0" dirty="0">
                <a:latin typeface="宋体" panose="02010600030101010101" pitchFamily="2" charset="-122"/>
                <a:ea typeface="宋体" panose="02010600030101010101" pitchFamily="2" charset="-122"/>
              </a:rPr>
              <a:t>  for(int i=1;i&lt;=n;i++)</a:t>
            </a:r>
          </a:p>
          <a:p>
            <a:pPr marL="0" indent="0">
              <a:lnSpc>
                <a:spcPct val="120000"/>
              </a:lnSpc>
              <a:spcBef>
                <a:spcPts val="0"/>
              </a:spcBef>
              <a:spcAft>
                <a:spcPts val="0"/>
              </a:spcAft>
              <a:buNone/>
            </a:pPr>
            <a:r>
              <a:rPr lang="zh-CN" altLang="en-US" sz="1600" b="0" dirty="0">
                <a:latin typeface="宋体" panose="02010600030101010101" pitchFamily="2" charset="-122"/>
                <a:ea typeface="宋体" panose="02010600030101010101" pitchFamily="2" charset="-122"/>
              </a:rPr>
              <a:t>  {</a:t>
            </a:r>
          </a:p>
          <a:p>
            <a:pPr marL="0" indent="0">
              <a:lnSpc>
                <a:spcPct val="120000"/>
              </a:lnSpc>
              <a:spcBef>
                <a:spcPts val="0"/>
              </a:spcBef>
              <a:spcAft>
                <a:spcPts val="0"/>
              </a:spcAft>
              <a:buNone/>
            </a:pPr>
            <a:r>
              <a:rPr lang="zh-CN" altLang="en-US" sz="1600" b="0" dirty="0">
                <a:latin typeface="宋体" panose="02010600030101010101" pitchFamily="2" charset="-122"/>
                <a:ea typeface="宋体" panose="02010600030101010101" pitchFamily="2" charset="-122"/>
              </a:rPr>
              <a:t>    if(a[i]==0) continue;//硬币i朝上 跳过</a:t>
            </a:r>
          </a:p>
          <a:p>
            <a:pPr marL="0" indent="0">
              <a:lnSpc>
                <a:spcPct val="120000"/>
              </a:lnSpc>
              <a:spcBef>
                <a:spcPts val="0"/>
              </a:spcBef>
              <a:spcAft>
                <a:spcPts val="0"/>
              </a:spcAft>
              <a:buNone/>
            </a:pPr>
            <a:r>
              <a:rPr lang="zh-CN" altLang="en-US" sz="1600" b="0" dirty="0">
                <a:latin typeface="宋体" panose="02010600030101010101" pitchFamily="2" charset="-122"/>
                <a:ea typeface="宋体" panose="02010600030101010101" pitchFamily="2" charset="-122"/>
              </a:rPr>
              <a:t>    ans++;//硬币i朝下 翻转1次</a:t>
            </a:r>
          </a:p>
          <a:p>
            <a:pPr marL="0" indent="0">
              <a:lnSpc>
                <a:spcPct val="120000"/>
              </a:lnSpc>
              <a:spcBef>
                <a:spcPts val="0"/>
              </a:spcBef>
              <a:spcAft>
                <a:spcPts val="0"/>
              </a:spcAft>
              <a:buNone/>
            </a:pPr>
            <a:r>
              <a:rPr lang="zh-CN" altLang="en-US" sz="1600" b="0" dirty="0">
                <a:latin typeface="宋体" panose="02010600030101010101" pitchFamily="2" charset="-122"/>
                <a:ea typeface="宋体" panose="02010600030101010101" pitchFamily="2" charset="-122"/>
              </a:rPr>
              <a:t>    for(int j=i;j&lt;=n;j+=i)</a:t>
            </a:r>
          </a:p>
          <a:p>
            <a:pPr marL="0" indent="0">
              <a:lnSpc>
                <a:spcPct val="120000"/>
              </a:lnSpc>
              <a:spcBef>
                <a:spcPts val="0"/>
              </a:spcBef>
              <a:spcAft>
                <a:spcPts val="0"/>
              </a:spcAft>
              <a:buNone/>
            </a:pPr>
            <a:r>
              <a:rPr lang="zh-CN" altLang="en-US" sz="1600" b="0" dirty="0">
                <a:latin typeface="宋体" panose="02010600030101010101" pitchFamily="2" charset="-122"/>
                <a:ea typeface="宋体" panose="02010600030101010101" pitchFamily="2" charset="-122"/>
              </a:rPr>
              <a:t>      a[j]=a[j]^1;//硬币i的所有倍数j都翻转</a:t>
            </a:r>
          </a:p>
          <a:p>
            <a:pPr marL="0" indent="0">
              <a:lnSpc>
                <a:spcPct val="120000"/>
              </a:lnSpc>
              <a:spcBef>
                <a:spcPts val="0"/>
              </a:spcBef>
              <a:spcAft>
                <a:spcPts val="0"/>
              </a:spcAft>
              <a:buNone/>
            </a:pPr>
            <a:r>
              <a:rPr lang="zh-CN" altLang="en-US" sz="1600" b="0" dirty="0">
                <a:latin typeface="宋体" panose="02010600030101010101" pitchFamily="2" charset="-122"/>
                <a:ea typeface="宋体" panose="02010600030101010101" pitchFamily="2" charset="-122"/>
              </a:rPr>
              <a:t>  }</a:t>
            </a:r>
          </a:p>
          <a:p>
            <a:pPr marL="0" indent="0">
              <a:lnSpc>
                <a:spcPct val="120000"/>
              </a:lnSpc>
              <a:spcBef>
                <a:spcPts val="0"/>
              </a:spcBef>
              <a:spcAft>
                <a:spcPts val="0"/>
              </a:spcAft>
              <a:buNone/>
            </a:pPr>
            <a:r>
              <a:rPr lang="zh-CN" altLang="en-US" sz="1600" b="0" dirty="0">
                <a:latin typeface="宋体" panose="02010600030101010101" pitchFamily="2" charset="-122"/>
                <a:ea typeface="宋体" panose="02010600030101010101" pitchFamily="2" charset="-122"/>
              </a:rPr>
              <a:t>  cout&lt;&lt;ans;</a:t>
            </a:r>
          </a:p>
          <a:p>
            <a:pPr marL="0" indent="0">
              <a:lnSpc>
                <a:spcPct val="120000"/>
              </a:lnSpc>
              <a:spcBef>
                <a:spcPts val="0"/>
              </a:spcBef>
              <a:spcAft>
                <a:spcPts val="0"/>
              </a:spcAft>
              <a:buNone/>
            </a:pPr>
            <a:r>
              <a:rPr lang="zh-CN" altLang="en-US" sz="1600" b="0" dirty="0">
                <a:latin typeface="宋体" panose="02010600030101010101" pitchFamily="2" charset="-122"/>
                <a:ea typeface="宋体" panose="02010600030101010101" pitchFamily="2" charset="-122"/>
              </a:rPr>
              <a:t>  return 0;</a:t>
            </a:r>
          </a:p>
          <a:p>
            <a:pPr marL="0" indent="0">
              <a:lnSpc>
                <a:spcPct val="120000"/>
              </a:lnSpc>
              <a:spcBef>
                <a:spcPts val="0"/>
              </a:spcBef>
              <a:spcAft>
                <a:spcPts val="0"/>
              </a:spcAft>
              <a:buNone/>
            </a:pPr>
            <a:r>
              <a:rPr lang="zh-CN" altLang="en-US" sz="1600" b="0" dirty="0">
                <a:latin typeface="宋体" panose="02010600030101010101" pitchFamily="2" charset="-122"/>
                <a:ea typeface="宋体" panose="02010600030101010101" pitchFamily="2" charset="-122"/>
              </a:rPr>
              <a:t>}</a:t>
            </a:r>
          </a:p>
        </p:txBody>
      </p:sp>
    </p:spTree>
  </p:cSld>
  <p:clrMapOvr>
    <a:masterClrMapping/>
  </p:clrMapOvr>
  <mc:AlternateContent xmlns:mc="http://schemas.openxmlformats.org/markup-compatibility/2006" xmlns:p14="http://schemas.microsoft.com/office/powerpoint/2010/main">
    <mc:Choice Requires="p14">
      <p:transition spd="slow" p14:dur="2000" advTm="34072"/>
    </mc:Choice>
    <mc:Fallback xmlns="">
      <p:transition spd="slow" advTm="34072"/>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vert="horz" lIns="91440" tIns="45720" rIns="91440" bIns="45720" rtlCol="0" anchor="ctr"/>
          <a:lstStyle/>
          <a:p>
            <a:fld id="{217794D7-36C4-4E93-AE7A-0CAF6AF174FC}" type="slidenum">
              <a:rPr lang="zh-CN" altLang="en-US" b="0" smtClean="0">
                <a:solidFill>
                  <a:schemeClr val="tx1"/>
                </a:solidFill>
              </a:rPr>
              <a:t>23</a:t>
            </a:fld>
            <a:endParaRPr lang="en-US" altLang="zh-CN" b="0" dirty="0">
              <a:solidFill>
                <a:schemeClr val="tx1"/>
              </a:solidFill>
            </a:endParaRPr>
          </a:p>
        </p:txBody>
      </p:sp>
      <p:sp>
        <p:nvSpPr>
          <p:cNvPr id="21" name="内容占位符 2"/>
          <p:cNvSpPr txBox="1"/>
          <p:nvPr/>
        </p:nvSpPr>
        <p:spPr>
          <a:xfrm>
            <a:off x="140335" y="528320"/>
            <a:ext cx="6400800" cy="6168390"/>
          </a:xfrm>
          <a:prstGeom prst="rect">
            <a:avLst/>
          </a:prstGeom>
          <a:ln w="12700" cmpd="sng">
            <a:solidFill>
              <a:schemeClr val="accent1">
                <a:shade val="50000"/>
              </a:schemeClr>
            </a:solidFill>
            <a:prstDash val="solid"/>
          </a:ln>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spcBef>
                <a:spcPts val="0"/>
              </a:spcBef>
              <a:spcAft>
                <a:spcPts val="0"/>
              </a:spcAft>
              <a:buNone/>
            </a:pPr>
            <a:r>
              <a:rPr lang="en-US" altLang="zh-CN" sz="1000" dirty="0">
                <a:latin typeface="微软雅黑" panose="020B0503020204020204" pitchFamily="34" charset="-122"/>
                <a:ea typeface="微软雅黑" panose="020B0503020204020204" pitchFamily="34" charset="-122"/>
              </a:rPr>
              <a:t>//100%</a:t>
            </a:r>
            <a:r>
              <a:rPr lang="zh-CN" altLang="en-US" sz="1000" dirty="0">
                <a:latin typeface="微软雅黑" panose="020B0503020204020204" pitchFamily="34" charset="-122"/>
                <a:ea typeface="微软雅黑" panose="020B0503020204020204" pitchFamily="34" charset="-122"/>
              </a:rPr>
              <a:t>的解</a:t>
            </a:r>
          </a:p>
          <a:p>
            <a:pPr marL="0" indent="0">
              <a:lnSpc>
                <a:spcPct val="120000"/>
              </a:lnSpc>
              <a:spcBef>
                <a:spcPts val="0"/>
              </a:spcBef>
              <a:spcAft>
                <a:spcPts val="0"/>
              </a:spcAft>
              <a:buNone/>
            </a:pPr>
            <a:r>
              <a:rPr lang="zh-CN" altLang="en-US" sz="1000" dirty="0">
                <a:latin typeface="微软雅黑" panose="020B0503020204020204" pitchFamily="34" charset="-122"/>
                <a:ea typeface="微软雅黑" panose="020B0503020204020204" pitchFamily="34" charset="-122"/>
              </a:rPr>
              <a:t>//https://blog.csdn.net/qq_40485202/article/details/137413077?spm=1001.2014.3001.5502</a:t>
            </a:r>
          </a:p>
          <a:p>
            <a:pPr marL="0" indent="0">
              <a:lnSpc>
                <a:spcPct val="120000"/>
              </a:lnSpc>
              <a:spcBef>
                <a:spcPts val="0"/>
              </a:spcBef>
              <a:spcAft>
                <a:spcPts val="0"/>
              </a:spcAft>
              <a:buNone/>
            </a:pPr>
            <a:r>
              <a:rPr lang="zh-CN" altLang="en-US" sz="1000" dirty="0">
                <a:latin typeface="微软雅黑" panose="020B0503020204020204" pitchFamily="34" charset="-122"/>
                <a:ea typeface="微软雅黑" panose="020B0503020204020204" pitchFamily="34" charset="-122"/>
              </a:rPr>
              <a:t>#include&lt;bits/stdc++.h&gt;</a:t>
            </a:r>
          </a:p>
          <a:p>
            <a:pPr marL="0" indent="0">
              <a:lnSpc>
                <a:spcPct val="120000"/>
              </a:lnSpc>
              <a:spcBef>
                <a:spcPts val="0"/>
              </a:spcBef>
              <a:spcAft>
                <a:spcPts val="0"/>
              </a:spcAft>
              <a:buNone/>
            </a:pPr>
            <a:r>
              <a:rPr lang="zh-CN" altLang="en-US" sz="1000" dirty="0">
                <a:latin typeface="微软雅黑" panose="020B0503020204020204" pitchFamily="34" charset="-122"/>
                <a:ea typeface="微软雅黑" panose="020B0503020204020204" pitchFamily="34" charset="-122"/>
              </a:rPr>
              <a:t>using namespace std;</a:t>
            </a:r>
          </a:p>
          <a:p>
            <a:pPr marL="0" indent="0">
              <a:lnSpc>
                <a:spcPct val="120000"/>
              </a:lnSpc>
              <a:spcBef>
                <a:spcPts val="0"/>
              </a:spcBef>
              <a:spcAft>
                <a:spcPts val="0"/>
              </a:spcAft>
              <a:buNone/>
            </a:pPr>
            <a:r>
              <a:rPr lang="zh-CN" altLang="en-US" sz="1000" dirty="0">
                <a:latin typeface="微软雅黑" panose="020B0503020204020204" pitchFamily="34" charset="-122"/>
                <a:ea typeface="微软雅黑" panose="020B0503020204020204" pitchFamily="34" charset="-122"/>
              </a:rPr>
              <a:t>const int N=1e7;</a:t>
            </a:r>
          </a:p>
          <a:p>
            <a:pPr marL="0" indent="0">
              <a:lnSpc>
                <a:spcPct val="120000"/>
              </a:lnSpc>
              <a:spcBef>
                <a:spcPts val="0"/>
              </a:spcBef>
              <a:spcAft>
                <a:spcPts val="0"/>
              </a:spcAft>
              <a:buNone/>
            </a:pPr>
            <a:r>
              <a:rPr lang="zh-CN" altLang="en-US" sz="1000" dirty="0">
                <a:latin typeface="微软雅黑" panose="020B0503020204020204" pitchFamily="34" charset="-122"/>
                <a:ea typeface="微软雅黑" panose="020B0503020204020204" pitchFamily="34" charset="-122"/>
              </a:rPr>
              <a:t>long long ans=0,n;</a:t>
            </a:r>
          </a:p>
          <a:p>
            <a:pPr marL="0" indent="0">
              <a:lnSpc>
                <a:spcPct val="120000"/>
              </a:lnSpc>
              <a:spcBef>
                <a:spcPts val="0"/>
              </a:spcBef>
              <a:spcAft>
                <a:spcPts val="0"/>
              </a:spcAft>
              <a:buNone/>
            </a:pPr>
            <a:r>
              <a:rPr lang="zh-CN" altLang="en-US" sz="1000" dirty="0">
                <a:latin typeface="微软雅黑" panose="020B0503020204020204" pitchFamily="34" charset="-122"/>
                <a:ea typeface="微软雅黑" panose="020B0503020204020204" pitchFamily="34" charset="-122"/>
              </a:rPr>
              <a:t>bool vis[N];</a:t>
            </a:r>
          </a:p>
          <a:p>
            <a:pPr marL="0" indent="0">
              <a:lnSpc>
                <a:spcPct val="120000"/>
              </a:lnSpc>
              <a:spcBef>
                <a:spcPts val="0"/>
              </a:spcBef>
              <a:spcAft>
                <a:spcPts val="0"/>
              </a:spcAft>
              <a:buNone/>
            </a:pPr>
            <a:r>
              <a:rPr lang="zh-CN" altLang="en-US" sz="1000" dirty="0">
                <a:latin typeface="微软雅黑" panose="020B0503020204020204" pitchFamily="34" charset="-122"/>
                <a:ea typeface="微软雅黑" panose="020B0503020204020204" pitchFamily="34" charset="-122"/>
              </a:rPr>
              <a:t>vector&lt;int&gt; prime;//存储质数的容器</a:t>
            </a:r>
          </a:p>
          <a:p>
            <a:pPr marL="0" indent="0">
              <a:lnSpc>
                <a:spcPct val="120000"/>
              </a:lnSpc>
              <a:spcBef>
                <a:spcPts val="0"/>
              </a:spcBef>
              <a:spcAft>
                <a:spcPts val="0"/>
              </a:spcAft>
              <a:buNone/>
            </a:pPr>
            <a:r>
              <a:rPr lang="zh-CN" altLang="en-US" sz="1000" dirty="0">
                <a:latin typeface="微软雅黑" panose="020B0503020204020204" pitchFamily="34" charset="-122"/>
                <a:ea typeface="微软雅黑" panose="020B0503020204020204" pitchFamily="34" charset="-122"/>
              </a:rPr>
              <a:t>int f_mu[N],sum_mu[N];//莫比乌斯函数的值，莫比乌斯函数的前缀和</a:t>
            </a:r>
          </a:p>
          <a:p>
            <a:pPr marL="0" indent="0">
              <a:lnSpc>
                <a:spcPct val="120000"/>
              </a:lnSpc>
              <a:spcBef>
                <a:spcPts val="0"/>
              </a:spcBef>
              <a:spcAft>
                <a:spcPts val="0"/>
              </a:spcAft>
              <a:buNone/>
            </a:pPr>
            <a:r>
              <a:rPr lang="zh-CN" altLang="en-US" sz="1000" dirty="0">
                <a:latin typeface="微软雅黑" panose="020B0503020204020204" pitchFamily="34" charset="-122"/>
                <a:ea typeface="微软雅黑" panose="020B0503020204020204" pitchFamily="34" charset="-122"/>
              </a:rPr>
              <a:t>unordered_map&lt;int,int&gt; sum_mu_long;//莫比乌斯函数的前缀和，当n超过数组的存储范围时用map存储</a:t>
            </a:r>
          </a:p>
          <a:p>
            <a:pPr marL="0" indent="0">
              <a:lnSpc>
                <a:spcPct val="120000"/>
              </a:lnSpc>
              <a:spcBef>
                <a:spcPts val="0"/>
              </a:spcBef>
              <a:spcAft>
                <a:spcPts val="0"/>
              </a:spcAft>
              <a:buNone/>
            </a:pPr>
            <a:r>
              <a:rPr lang="zh-CN" altLang="en-US" sz="1000" dirty="0">
                <a:latin typeface="微软雅黑" panose="020B0503020204020204" pitchFamily="34" charset="-122"/>
                <a:ea typeface="微软雅黑" panose="020B0503020204020204" pitchFamily="34" charset="-122"/>
              </a:rPr>
              <a:t>void findprime()//寻找质数，主要是计算莫比乌斯函数的值和前缀和</a:t>
            </a:r>
          </a:p>
          <a:p>
            <a:pPr marL="0" indent="0">
              <a:lnSpc>
                <a:spcPct val="120000"/>
              </a:lnSpc>
              <a:spcBef>
                <a:spcPts val="0"/>
              </a:spcBef>
              <a:spcAft>
                <a:spcPts val="0"/>
              </a:spcAft>
              <a:buNone/>
            </a:pPr>
            <a:r>
              <a:rPr lang="zh-CN" altLang="en-US" sz="1000" dirty="0">
                <a:latin typeface="微软雅黑" panose="020B0503020204020204" pitchFamily="34" charset="-122"/>
                <a:ea typeface="微软雅黑" panose="020B0503020204020204" pitchFamily="34" charset="-122"/>
              </a:rPr>
              <a:t>{</a:t>
            </a:r>
          </a:p>
          <a:p>
            <a:pPr marL="0" indent="0">
              <a:lnSpc>
                <a:spcPct val="120000"/>
              </a:lnSpc>
              <a:spcBef>
                <a:spcPts val="0"/>
              </a:spcBef>
              <a:spcAft>
                <a:spcPts val="0"/>
              </a:spcAft>
              <a:buNone/>
            </a:pPr>
            <a:r>
              <a:rPr lang="zh-CN" altLang="en-US" sz="1000" dirty="0">
                <a:latin typeface="微软雅黑" panose="020B0503020204020204" pitchFamily="34" charset="-122"/>
                <a:ea typeface="微软雅黑" panose="020B0503020204020204" pitchFamily="34" charset="-122"/>
              </a:rPr>
              <a:t>    f_mu[1]=1;</a:t>
            </a:r>
          </a:p>
          <a:p>
            <a:pPr marL="0" indent="0">
              <a:lnSpc>
                <a:spcPct val="120000"/>
              </a:lnSpc>
              <a:spcBef>
                <a:spcPts val="0"/>
              </a:spcBef>
              <a:spcAft>
                <a:spcPts val="0"/>
              </a:spcAft>
              <a:buNone/>
            </a:pPr>
            <a:r>
              <a:rPr lang="zh-CN" altLang="en-US" sz="1000" dirty="0">
                <a:latin typeface="微软雅黑" panose="020B0503020204020204" pitchFamily="34" charset="-122"/>
                <a:ea typeface="微软雅黑" panose="020B0503020204020204" pitchFamily="34" charset="-122"/>
              </a:rPr>
              <a:t>    sum_mu[1]=1;//设定u(1)的初始值和前缀和</a:t>
            </a:r>
          </a:p>
          <a:p>
            <a:pPr marL="0" indent="0">
              <a:lnSpc>
                <a:spcPct val="120000"/>
              </a:lnSpc>
              <a:spcBef>
                <a:spcPts val="0"/>
              </a:spcBef>
              <a:spcAft>
                <a:spcPts val="0"/>
              </a:spcAft>
              <a:buNone/>
            </a:pPr>
            <a:r>
              <a:rPr lang="zh-CN" altLang="en-US" sz="1000" dirty="0">
                <a:latin typeface="微软雅黑" panose="020B0503020204020204" pitchFamily="34" charset="-122"/>
                <a:ea typeface="微软雅黑" panose="020B0503020204020204" pitchFamily="34" charset="-122"/>
              </a:rPr>
              <a:t>    for(int i=2;i&lt;=n&amp;&amp;i&lt;N;i++)</a:t>
            </a:r>
          </a:p>
          <a:p>
            <a:pPr marL="0" indent="0">
              <a:lnSpc>
                <a:spcPct val="120000"/>
              </a:lnSpc>
              <a:spcBef>
                <a:spcPts val="0"/>
              </a:spcBef>
              <a:spcAft>
                <a:spcPts val="0"/>
              </a:spcAft>
              <a:buNone/>
            </a:pPr>
            <a:r>
              <a:rPr lang="zh-CN" altLang="en-US" sz="1000" dirty="0">
                <a:latin typeface="微软雅黑" panose="020B0503020204020204" pitchFamily="34" charset="-122"/>
                <a:ea typeface="微软雅黑" panose="020B0503020204020204" pitchFamily="34" charset="-122"/>
              </a:rPr>
              <a:t>    {</a:t>
            </a:r>
          </a:p>
          <a:p>
            <a:pPr marL="0" indent="0">
              <a:lnSpc>
                <a:spcPct val="120000"/>
              </a:lnSpc>
              <a:spcBef>
                <a:spcPts val="0"/>
              </a:spcBef>
              <a:spcAft>
                <a:spcPts val="0"/>
              </a:spcAft>
              <a:buNone/>
            </a:pPr>
            <a:r>
              <a:rPr lang="zh-CN" altLang="en-US" sz="1000" dirty="0">
                <a:latin typeface="微软雅黑" panose="020B0503020204020204" pitchFamily="34" charset="-122"/>
                <a:ea typeface="微软雅黑" panose="020B0503020204020204" pitchFamily="34" charset="-122"/>
              </a:rPr>
              <a:t>        if(vis[i]==0)//未被筛过</a:t>
            </a:r>
          </a:p>
          <a:p>
            <a:pPr marL="0" indent="0">
              <a:lnSpc>
                <a:spcPct val="120000"/>
              </a:lnSpc>
              <a:spcBef>
                <a:spcPts val="0"/>
              </a:spcBef>
              <a:spcAft>
                <a:spcPts val="0"/>
              </a:spcAft>
              <a:buNone/>
            </a:pPr>
            <a:r>
              <a:rPr lang="zh-CN" altLang="en-US" sz="1000" dirty="0">
                <a:latin typeface="微软雅黑" panose="020B0503020204020204" pitchFamily="34" charset="-122"/>
                <a:ea typeface="微软雅黑" panose="020B0503020204020204" pitchFamily="34" charset="-122"/>
              </a:rPr>
              <a:t>        {</a:t>
            </a:r>
          </a:p>
          <a:p>
            <a:pPr marL="0" indent="0">
              <a:lnSpc>
                <a:spcPct val="120000"/>
              </a:lnSpc>
              <a:spcBef>
                <a:spcPts val="0"/>
              </a:spcBef>
              <a:spcAft>
                <a:spcPts val="0"/>
              </a:spcAft>
              <a:buNone/>
            </a:pPr>
            <a:r>
              <a:rPr lang="zh-CN" altLang="en-US" sz="1000" dirty="0">
                <a:latin typeface="微软雅黑" panose="020B0503020204020204" pitchFamily="34" charset="-122"/>
                <a:ea typeface="微软雅黑" panose="020B0503020204020204" pitchFamily="34" charset="-122"/>
              </a:rPr>
              <a:t>            prime.push_back(i);//存入质数</a:t>
            </a:r>
          </a:p>
          <a:p>
            <a:pPr marL="0" indent="0">
              <a:lnSpc>
                <a:spcPct val="120000"/>
              </a:lnSpc>
              <a:spcBef>
                <a:spcPts val="0"/>
              </a:spcBef>
              <a:spcAft>
                <a:spcPts val="0"/>
              </a:spcAft>
              <a:buNone/>
            </a:pPr>
            <a:r>
              <a:rPr lang="zh-CN" altLang="en-US" sz="1000" dirty="0">
                <a:latin typeface="微软雅黑" panose="020B0503020204020204" pitchFamily="34" charset="-122"/>
                <a:ea typeface="微软雅黑" panose="020B0503020204020204" pitchFamily="34" charset="-122"/>
              </a:rPr>
              <a:t>            f_mu[i]=-1;//质数的莫比乌斯函数为1</a:t>
            </a:r>
          </a:p>
          <a:p>
            <a:pPr marL="0" indent="0">
              <a:lnSpc>
                <a:spcPct val="120000"/>
              </a:lnSpc>
              <a:spcBef>
                <a:spcPts val="0"/>
              </a:spcBef>
              <a:spcAft>
                <a:spcPts val="0"/>
              </a:spcAft>
              <a:buNone/>
            </a:pPr>
            <a:r>
              <a:rPr lang="zh-CN" altLang="en-US" sz="1000" dirty="0">
                <a:latin typeface="微软雅黑" panose="020B0503020204020204" pitchFamily="34" charset="-122"/>
                <a:ea typeface="微软雅黑" panose="020B0503020204020204" pitchFamily="34" charset="-122"/>
              </a:rPr>
              <a:t>        }</a:t>
            </a:r>
          </a:p>
          <a:p>
            <a:pPr marL="0" indent="0">
              <a:lnSpc>
                <a:spcPct val="120000"/>
              </a:lnSpc>
              <a:spcBef>
                <a:spcPts val="0"/>
              </a:spcBef>
              <a:spcAft>
                <a:spcPts val="0"/>
              </a:spcAft>
              <a:buNone/>
            </a:pPr>
            <a:r>
              <a:rPr lang="zh-CN" altLang="en-US" sz="1000" dirty="0">
                <a:latin typeface="微软雅黑" panose="020B0503020204020204" pitchFamily="34" charset="-122"/>
                <a:ea typeface="微软雅黑" panose="020B0503020204020204" pitchFamily="34" charset="-122"/>
              </a:rPr>
              <a:t>        for(int j=0;j&lt;prime.size()&amp;&amp;i*prime[j]&lt;=n&amp;&amp;i*prime[j]&lt;N;j++)//遍历质数</a:t>
            </a:r>
          </a:p>
          <a:p>
            <a:pPr marL="0" indent="0">
              <a:lnSpc>
                <a:spcPct val="120000"/>
              </a:lnSpc>
              <a:spcBef>
                <a:spcPts val="0"/>
              </a:spcBef>
              <a:spcAft>
                <a:spcPts val="0"/>
              </a:spcAft>
              <a:buNone/>
            </a:pPr>
            <a:r>
              <a:rPr lang="zh-CN" altLang="en-US" sz="1000" dirty="0">
                <a:latin typeface="微软雅黑" panose="020B0503020204020204" pitchFamily="34" charset="-122"/>
                <a:ea typeface="微软雅黑" panose="020B0503020204020204" pitchFamily="34" charset="-122"/>
              </a:rPr>
              <a:t>        {</a:t>
            </a:r>
          </a:p>
          <a:p>
            <a:pPr marL="0" indent="0">
              <a:lnSpc>
                <a:spcPct val="120000"/>
              </a:lnSpc>
              <a:spcBef>
                <a:spcPts val="0"/>
              </a:spcBef>
              <a:spcAft>
                <a:spcPts val="0"/>
              </a:spcAft>
              <a:buNone/>
            </a:pPr>
            <a:r>
              <a:rPr lang="zh-CN" altLang="en-US" sz="1000" dirty="0">
                <a:latin typeface="微软雅黑" panose="020B0503020204020204" pitchFamily="34" charset="-122"/>
                <a:ea typeface="微软雅黑" panose="020B0503020204020204" pitchFamily="34" charset="-122"/>
              </a:rPr>
              <a:t>            vis[i*prime[j]]=1;//标记为合数</a:t>
            </a:r>
          </a:p>
          <a:p>
            <a:pPr marL="0" indent="0">
              <a:lnSpc>
                <a:spcPct val="120000"/>
              </a:lnSpc>
              <a:spcBef>
                <a:spcPts val="0"/>
              </a:spcBef>
              <a:spcAft>
                <a:spcPts val="0"/>
              </a:spcAft>
              <a:buNone/>
            </a:pPr>
            <a:r>
              <a:rPr lang="zh-CN" altLang="en-US" sz="1000" dirty="0">
                <a:latin typeface="微软雅黑" panose="020B0503020204020204" pitchFamily="34" charset="-122"/>
                <a:ea typeface="微软雅黑" panose="020B0503020204020204" pitchFamily="34" charset="-122"/>
              </a:rPr>
              <a:t>            if(i%prime[j]==0)</a:t>
            </a:r>
          </a:p>
          <a:p>
            <a:pPr marL="0" indent="0">
              <a:lnSpc>
                <a:spcPct val="120000"/>
              </a:lnSpc>
              <a:spcBef>
                <a:spcPts val="0"/>
              </a:spcBef>
              <a:spcAft>
                <a:spcPts val="0"/>
              </a:spcAft>
              <a:buNone/>
            </a:pPr>
            <a:r>
              <a:rPr lang="zh-CN" altLang="en-US" sz="1000" dirty="0">
                <a:latin typeface="微软雅黑" panose="020B0503020204020204" pitchFamily="34" charset="-122"/>
                <a:ea typeface="微软雅黑" panose="020B0503020204020204" pitchFamily="34" charset="-122"/>
              </a:rPr>
              <a:t>            {</a:t>
            </a:r>
          </a:p>
          <a:p>
            <a:pPr marL="0" indent="0">
              <a:lnSpc>
                <a:spcPct val="120000"/>
              </a:lnSpc>
              <a:spcBef>
                <a:spcPts val="0"/>
              </a:spcBef>
              <a:spcAft>
                <a:spcPts val="0"/>
              </a:spcAft>
              <a:buNone/>
            </a:pPr>
            <a:r>
              <a:rPr lang="zh-CN" altLang="en-US" sz="1000" dirty="0">
                <a:latin typeface="微软雅黑" panose="020B0503020204020204" pitchFamily="34" charset="-122"/>
                <a:ea typeface="微软雅黑" panose="020B0503020204020204" pitchFamily="34" charset="-122"/>
              </a:rPr>
              <a:t>                f_mu[i*prime[j]]=0;//包含平方因子</a:t>
            </a:r>
          </a:p>
          <a:p>
            <a:pPr marL="0" indent="0">
              <a:lnSpc>
                <a:spcPct val="120000"/>
              </a:lnSpc>
              <a:spcBef>
                <a:spcPts val="0"/>
              </a:spcBef>
              <a:spcAft>
                <a:spcPts val="0"/>
              </a:spcAft>
              <a:buNone/>
            </a:pPr>
            <a:r>
              <a:rPr lang="zh-CN" altLang="en-US" sz="1000" dirty="0">
                <a:latin typeface="微软雅黑" panose="020B0503020204020204" pitchFamily="34" charset="-122"/>
                <a:ea typeface="微软雅黑" panose="020B0503020204020204" pitchFamily="34" charset="-122"/>
              </a:rPr>
              <a:t>                break;</a:t>
            </a:r>
          </a:p>
          <a:p>
            <a:pPr marL="0" indent="0">
              <a:lnSpc>
                <a:spcPct val="120000"/>
              </a:lnSpc>
              <a:spcBef>
                <a:spcPts val="0"/>
              </a:spcBef>
              <a:spcAft>
                <a:spcPts val="0"/>
              </a:spcAft>
              <a:buNone/>
            </a:pPr>
            <a:r>
              <a:rPr lang="zh-CN" altLang="en-US" sz="1000" dirty="0">
                <a:latin typeface="微软雅黑" panose="020B0503020204020204" pitchFamily="34" charset="-122"/>
                <a:ea typeface="微软雅黑" panose="020B0503020204020204" pitchFamily="34" charset="-122"/>
              </a:rPr>
              <a:t>            }</a:t>
            </a:r>
          </a:p>
          <a:p>
            <a:pPr marL="0" indent="0">
              <a:lnSpc>
                <a:spcPct val="120000"/>
              </a:lnSpc>
              <a:spcBef>
                <a:spcPts val="0"/>
              </a:spcBef>
              <a:spcAft>
                <a:spcPts val="0"/>
              </a:spcAft>
              <a:buNone/>
            </a:pPr>
            <a:r>
              <a:rPr lang="zh-CN" altLang="en-US" sz="1000" dirty="0">
                <a:latin typeface="微软雅黑" panose="020B0503020204020204" pitchFamily="34" charset="-122"/>
                <a:ea typeface="微软雅黑" panose="020B0503020204020204" pitchFamily="34" charset="-122"/>
              </a:rPr>
              <a:t>            f_mu[i*prime[j]]=-f_mu[i];//不包含平方因子，质因子个数奇偶性改变</a:t>
            </a:r>
          </a:p>
          <a:p>
            <a:pPr marL="0" indent="0">
              <a:lnSpc>
                <a:spcPct val="120000"/>
              </a:lnSpc>
              <a:spcBef>
                <a:spcPts val="0"/>
              </a:spcBef>
              <a:spcAft>
                <a:spcPts val="0"/>
              </a:spcAft>
              <a:buNone/>
            </a:pPr>
            <a:r>
              <a:rPr lang="zh-CN" altLang="en-US" sz="1000" dirty="0">
                <a:latin typeface="微软雅黑" panose="020B0503020204020204" pitchFamily="34" charset="-122"/>
                <a:ea typeface="微软雅黑" panose="020B0503020204020204" pitchFamily="34" charset="-122"/>
              </a:rPr>
              <a:t>        }</a:t>
            </a:r>
          </a:p>
          <a:p>
            <a:pPr marL="0" indent="0">
              <a:lnSpc>
                <a:spcPct val="120000"/>
              </a:lnSpc>
              <a:spcBef>
                <a:spcPts val="0"/>
              </a:spcBef>
              <a:spcAft>
                <a:spcPts val="0"/>
              </a:spcAft>
              <a:buNone/>
            </a:pPr>
            <a:r>
              <a:rPr lang="zh-CN" altLang="en-US" sz="1000" dirty="0">
                <a:latin typeface="微软雅黑" panose="020B0503020204020204" pitchFamily="34" charset="-122"/>
                <a:ea typeface="微软雅黑" panose="020B0503020204020204" pitchFamily="34" charset="-122"/>
              </a:rPr>
              <a:t>        sum_mu[i]=f_mu[i]+sum_mu[i-1];//前缀和递推</a:t>
            </a:r>
          </a:p>
          <a:p>
            <a:pPr marL="0" indent="0">
              <a:lnSpc>
                <a:spcPct val="120000"/>
              </a:lnSpc>
              <a:spcBef>
                <a:spcPts val="0"/>
              </a:spcBef>
              <a:spcAft>
                <a:spcPts val="0"/>
              </a:spcAft>
              <a:buNone/>
            </a:pPr>
            <a:r>
              <a:rPr lang="zh-CN" altLang="en-US" sz="1000" dirty="0">
                <a:latin typeface="微软雅黑" panose="020B0503020204020204" pitchFamily="34" charset="-122"/>
                <a:ea typeface="微软雅黑" panose="020B0503020204020204" pitchFamily="34" charset="-122"/>
              </a:rPr>
              <a:t>    }</a:t>
            </a:r>
          </a:p>
          <a:p>
            <a:pPr marL="0" indent="0">
              <a:lnSpc>
                <a:spcPct val="120000"/>
              </a:lnSpc>
              <a:spcBef>
                <a:spcPts val="0"/>
              </a:spcBef>
              <a:spcAft>
                <a:spcPts val="0"/>
              </a:spcAft>
              <a:buNone/>
            </a:pPr>
            <a:r>
              <a:rPr lang="zh-CN" altLang="en-US" sz="1000" dirty="0">
                <a:latin typeface="微软雅黑" panose="020B0503020204020204" pitchFamily="34" charset="-122"/>
                <a:ea typeface="微软雅黑" panose="020B0503020204020204" pitchFamily="34" charset="-122"/>
              </a:rPr>
              <a:t>}</a:t>
            </a:r>
          </a:p>
          <a:p>
            <a:pPr marL="0" indent="0">
              <a:lnSpc>
                <a:spcPct val="120000"/>
              </a:lnSpc>
              <a:spcBef>
                <a:spcPts val="0"/>
              </a:spcBef>
              <a:spcAft>
                <a:spcPts val="0"/>
              </a:spcAft>
              <a:buNone/>
            </a:pPr>
            <a:endParaRPr lang="zh-CN" altLang="en-US" sz="1000" dirty="0">
              <a:latin typeface="微软雅黑" panose="020B0503020204020204" pitchFamily="34" charset="-122"/>
              <a:ea typeface="微软雅黑" panose="020B0503020204020204" pitchFamily="34" charset="-122"/>
            </a:endParaRPr>
          </a:p>
        </p:txBody>
      </p:sp>
      <p:sp>
        <p:nvSpPr>
          <p:cNvPr id="3" name="内容占位符 2"/>
          <p:cNvSpPr txBox="1"/>
          <p:nvPr/>
        </p:nvSpPr>
        <p:spPr>
          <a:xfrm>
            <a:off x="6859270" y="527685"/>
            <a:ext cx="3948430" cy="4611370"/>
          </a:xfrm>
          <a:prstGeom prst="rect">
            <a:avLst/>
          </a:prstGeom>
          <a:ln w="12700" cmpd="sng">
            <a:solidFill>
              <a:schemeClr val="accent1">
                <a:shade val="50000"/>
              </a:schemeClr>
            </a:solidFill>
            <a:prstDash val="solid"/>
          </a:ln>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spcBef>
                <a:spcPts val="0"/>
              </a:spcBef>
              <a:spcAft>
                <a:spcPts val="0"/>
              </a:spcAft>
              <a:buNone/>
            </a:pPr>
            <a:r>
              <a:rPr lang="zh-CN" altLang="en-US" sz="1000" dirty="0">
                <a:latin typeface="微软雅黑" panose="020B0503020204020204" pitchFamily="34" charset="-122"/>
                <a:ea typeface="微软雅黑" panose="020B0503020204020204" pitchFamily="34" charset="-122"/>
              </a:rPr>
              <a:t>int SumMu(int x)//求莫比乌斯函数的前缀和</a:t>
            </a:r>
          </a:p>
          <a:p>
            <a:pPr marL="0" indent="0">
              <a:lnSpc>
                <a:spcPct val="120000"/>
              </a:lnSpc>
              <a:spcBef>
                <a:spcPts val="0"/>
              </a:spcBef>
              <a:spcAft>
                <a:spcPts val="0"/>
              </a:spcAft>
              <a:buNone/>
            </a:pPr>
            <a:r>
              <a:rPr lang="zh-CN" altLang="en-US" sz="1000" dirty="0">
                <a:latin typeface="微软雅黑" panose="020B0503020204020204" pitchFamily="34" charset="-122"/>
                <a:ea typeface="微软雅黑" panose="020B0503020204020204" pitchFamily="34" charset="-122"/>
              </a:rPr>
              <a:t>{</a:t>
            </a:r>
          </a:p>
          <a:p>
            <a:pPr marL="0" indent="0">
              <a:lnSpc>
                <a:spcPct val="120000"/>
              </a:lnSpc>
              <a:spcBef>
                <a:spcPts val="0"/>
              </a:spcBef>
              <a:spcAft>
                <a:spcPts val="0"/>
              </a:spcAft>
              <a:buNone/>
            </a:pPr>
            <a:r>
              <a:rPr lang="zh-CN" altLang="en-US" sz="1000" dirty="0">
                <a:latin typeface="微软雅黑" panose="020B0503020204020204" pitchFamily="34" charset="-122"/>
                <a:ea typeface="微软雅黑" panose="020B0503020204020204" pitchFamily="34" charset="-122"/>
              </a:rPr>
              <a:t>    if(x&lt;N) return sum_mu[x];</a:t>
            </a:r>
          </a:p>
          <a:p>
            <a:pPr marL="0" indent="0">
              <a:lnSpc>
                <a:spcPct val="120000"/>
              </a:lnSpc>
              <a:spcBef>
                <a:spcPts val="0"/>
              </a:spcBef>
              <a:spcAft>
                <a:spcPts val="0"/>
              </a:spcAft>
              <a:buNone/>
            </a:pPr>
            <a:r>
              <a:rPr lang="zh-CN" altLang="en-US" sz="1000" dirty="0">
                <a:latin typeface="微软雅黑" panose="020B0503020204020204" pitchFamily="34" charset="-122"/>
                <a:ea typeface="微软雅黑" panose="020B0503020204020204" pitchFamily="34" charset="-122"/>
              </a:rPr>
              <a:t>    if(sum_mu_long.count(x)) return sum_mu_long[x];</a:t>
            </a:r>
          </a:p>
          <a:p>
            <a:pPr marL="0" indent="0">
              <a:lnSpc>
                <a:spcPct val="120000"/>
              </a:lnSpc>
              <a:spcBef>
                <a:spcPts val="0"/>
              </a:spcBef>
              <a:spcAft>
                <a:spcPts val="0"/>
              </a:spcAft>
              <a:buNone/>
            </a:pPr>
            <a:r>
              <a:rPr lang="zh-CN" altLang="en-US" sz="1000" dirty="0">
                <a:latin typeface="微软雅黑" panose="020B0503020204020204" pitchFamily="34" charset="-122"/>
                <a:ea typeface="微软雅黑" panose="020B0503020204020204" pitchFamily="34" charset="-122"/>
              </a:rPr>
              <a:t>    int sum=1;</a:t>
            </a:r>
          </a:p>
          <a:p>
            <a:pPr marL="0" indent="0">
              <a:lnSpc>
                <a:spcPct val="120000"/>
              </a:lnSpc>
              <a:spcBef>
                <a:spcPts val="0"/>
              </a:spcBef>
              <a:spcAft>
                <a:spcPts val="0"/>
              </a:spcAft>
              <a:buNone/>
            </a:pPr>
            <a:r>
              <a:rPr lang="zh-CN" altLang="en-US" sz="1000" dirty="0">
                <a:latin typeface="微软雅黑" panose="020B0503020204020204" pitchFamily="34" charset="-122"/>
                <a:ea typeface="微软雅黑" panose="020B0503020204020204" pitchFamily="34" charset="-122"/>
              </a:rPr>
              <a:t>    for(long long l=2,r;l&lt;=x;l=r+1)</a:t>
            </a:r>
          </a:p>
          <a:p>
            <a:pPr marL="0" indent="0">
              <a:lnSpc>
                <a:spcPct val="120000"/>
              </a:lnSpc>
              <a:spcBef>
                <a:spcPts val="0"/>
              </a:spcBef>
              <a:spcAft>
                <a:spcPts val="0"/>
              </a:spcAft>
              <a:buNone/>
            </a:pPr>
            <a:r>
              <a:rPr lang="zh-CN" altLang="en-US" sz="1000" dirty="0">
                <a:latin typeface="微软雅黑" panose="020B0503020204020204" pitchFamily="34" charset="-122"/>
                <a:ea typeface="微软雅黑" panose="020B0503020204020204" pitchFamily="34" charset="-122"/>
              </a:rPr>
              <a:t>    {</a:t>
            </a:r>
          </a:p>
          <a:p>
            <a:pPr marL="0" indent="0">
              <a:lnSpc>
                <a:spcPct val="120000"/>
              </a:lnSpc>
              <a:spcBef>
                <a:spcPts val="0"/>
              </a:spcBef>
              <a:spcAft>
                <a:spcPts val="0"/>
              </a:spcAft>
              <a:buNone/>
            </a:pPr>
            <a:r>
              <a:rPr lang="zh-CN" altLang="en-US" sz="1000" dirty="0">
                <a:latin typeface="微软雅黑" panose="020B0503020204020204" pitchFamily="34" charset="-122"/>
                <a:ea typeface="微软雅黑" panose="020B0503020204020204" pitchFamily="34" charset="-122"/>
              </a:rPr>
              <a:t>        r=x/(x/l);//整除分块</a:t>
            </a:r>
          </a:p>
          <a:p>
            <a:pPr marL="0" indent="0">
              <a:lnSpc>
                <a:spcPct val="120000"/>
              </a:lnSpc>
              <a:spcBef>
                <a:spcPts val="0"/>
              </a:spcBef>
              <a:spcAft>
                <a:spcPts val="0"/>
              </a:spcAft>
              <a:buNone/>
            </a:pPr>
            <a:r>
              <a:rPr lang="zh-CN" altLang="en-US" sz="1000" dirty="0">
                <a:latin typeface="微软雅黑" panose="020B0503020204020204" pitchFamily="34" charset="-122"/>
                <a:ea typeface="微软雅黑" panose="020B0503020204020204" pitchFamily="34" charset="-122"/>
              </a:rPr>
              <a:t>        sum-=SumMu(x/l)*(r-l+1);//杜教筛的递推公式</a:t>
            </a:r>
          </a:p>
          <a:p>
            <a:pPr marL="0" indent="0">
              <a:lnSpc>
                <a:spcPct val="120000"/>
              </a:lnSpc>
              <a:spcBef>
                <a:spcPts val="0"/>
              </a:spcBef>
              <a:spcAft>
                <a:spcPts val="0"/>
              </a:spcAft>
              <a:buNone/>
            </a:pPr>
            <a:r>
              <a:rPr lang="zh-CN" altLang="en-US" sz="1000" dirty="0">
                <a:latin typeface="微软雅黑" panose="020B0503020204020204" pitchFamily="34" charset="-122"/>
                <a:ea typeface="微软雅黑" panose="020B0503020204020204" pitchFamily="34" charset="-122"/>
              </a:rPr>
              <a:t>    }</a:t>
            </a:r>
          </a:p>
          <a:p>
            <a:pPr marL="0" indent="0">
              <a:lnSpc>
                <a:spcPct val="120000"/>
              </a:lnSpc>
              <a:spcBef>
                <a:spcPts val="0"/>
              </a:spcBef>
              <a:spcAft>
                <a:spcPts val="0"/>
              </a:spcAft>
              <a:buNone/>
            </a:pPr>
            <a:r>
              <a:rPr lang="zh-CN" altLang="en-US" sz="1000" dirty="0">
                <a:latin typeface="微软雅黑" panose="020B0503020204020204" pitchFamily="34" charset="-122"/>
                <a:ea typeface="微软雅黑" panose="020B0503020204020204" pitchFamily="34" charset="-122"/>
              </a:rPr>
              <a:t>    return sum_mu_long[x]=sum;</a:t>
            </a:r>
          </a:p>
          <a:p>
            <a:pPr marL="0" indent="0">
              <a:lnSpc>
                <a:spcPct val="120000"/>
              </a:lnSpc>
              <a:spcBef>
                <a:spcPts val="0"/>
              </a:spcBef>
              <a:spcAft>
                <a:spcPts val="0"/>
              </a:spcAft>
              <a:buNone/>
            </a:pPr>
            <a:r>
              <a:rPr lang="zh-CN" altLang="en-US" sz="1000" dirty="0">
                <a:latin typeface="微软雅黑" panose="020B0503020204020204" pitchFamily="34" charset="-122"/>
                <a:ea typeface="微软雅黑" panose="020B0503020204020204" pitchFamily="34" charset="-122"/>
              </a:rPr>
              <a:t>}</a:t>
            </a:r>
          </a:p>
          <a:p>
            <a:pPr marL="0" indent="0">
              <a:lnSpc>
                <a:spcPct val="120000"/>
              </a:lnSpc>
              <a:spcBef>
                <a:spcPts val="0"/>
              </a:spcBef>
              <a:spcAft>
                <a:spcPts val="0"/>
              </a:spcAft>
              <a:buNone/>
            </a:pPr>
            <a:r>
              <a:rPr lang="zh-CN" altLang="en-US" sz="1000" dirty="0">
                <a:latin typeface="微软雅黑" panose="020B0503020204020204" pitchFamily="34" charset="-122"/>
                <a:ea typeface="微软雅黑" panose="020B0503020204020204" pitchFamily="34" charset="-122"/>
              </a:rPr>
              <a:t>int main()</a:t>
            </a:r>
          </a:p>
          <a:p>
            <a:pPr marL="0" indent="0">
              <a:lnSpc>
                <a:spcPct val="120000"/>
              </a:lnSpc>
              <a:spcBef>
                <a:spcPts val="0"/>
              </a:spcBef>
              <a:spcAft>
                <a:spcPts val="0"/>
              </a:spcAft>
              <a:buNone/>
            </a:pPr>
            <a:r>
              <a:rPr lang="zh-CN" altLang="en-US" sz="1000" dirty="0">
                <a:latin typeface="微软雅黑" panose="020B0503020204020204" pitchFamily="34" charset="-122"/>
                <a:ea typeface="微软雅黑" panose="020B0503020204020204" pitchFamily="34" charset="-122"/>
              </a:rPr>
              <a:t>{</a:t>
            </a:r>
          </a:p>
          <a:p>
            <a:pPr marL="0" indent="0">
              <a:lnSpc>
                <a:spcPct val="120000"/>
              </a:lnSpc>
              <a:spcBef>
                <a:spcPts val="0"/>
              </a:spcBef>
              <a:spcAft>
                <a:spcPts val="0"/>
              </a:spcAft>
              <a:buNone/>
            </a:pPr>
            <a:r>
              <a:rPr lang="zh-CN" altLang="en-US" sz="1000" dirty="0">
                <a:latin typeface="微软雅黑" panose="020B0503020204020204" pitchFamily="34" charset="-122"/>
                <a:ea typeface="微软雅黑" panose="020B0503020204020204" pitchFamily="34" charset="-122"/>
              </a:rPr>
              <a:t>    cin&gt;&gt;n;</a:t>
            </a:r>
          </a:p>
          <a:p>
            <a:pPr marL="0" indent="0">
              <a:lnSpc>
                <a:spcPct val="120000"/>
              </a:lnSpc>
              <a:spcBef>
                <a:spcPts val="0"/>
              </a:spcBef>
              <a:spcAft>
                <a:spcPts val="0"/>
              </a:spcAft>
              <a:buNone/>
            </a:pPr>
            <a:r>
              <a:rPr lang="zh-CN" altLang="en-US" sz="1000" dirty="0">
                <a:latin typeface="微软雅黑" panose="020B0503020204020204" pitchFamily="34" charset="-122"/>
                <a:ea typeface="微软雅黑" panose="020B0503020204020204" pitchFamily="34" charset="-122"/>
              </a:rPr>
              <a:t>    findprime();</a:t>
            </a:r>
          </a:p>
          <a:p>
            <a:pPr marL="0" indent="0">
              <a:lnSpc>
                <a:spcPct val="120000"/>
              </a:lnSpc>
              <a:spcBef>
                <a:spcPts val="0"/>
              </a:spcBef>
              <a:spcAft>
                <a:spcPts val="0"/>
              </a:spcAft>
              <a:buNone/>
            </a:pPr>
            <a:r>
              <a:rPr lang="zh-CN" altLang="en-US" sz="1000" dirty="0">
                <a:latin typeface="微软雅黑" panose="020B0503020204020204" pitchFamily="34" charset="-122"/>
                <a:ea typeface="微软雅黑" panose="020B0503020204020204" pitchFamily="34" charset="-122"/>
              </a:rPr>
              <a:t>    for(long long l=1,r;l*l&lt;=n;l=r+1)</a:t>
            </a:r>
          </a:p>
          <a:p>
            <a:pPr marL="0" indent="0">
              <a:lnSpc>
                <a:spcPct val="120000"/>
              </a:lnSpc>
              <a:spcBef>
                <a:spcPts val="0"/>
              </a:spcBef>
              <a:spcAft>
                <a:spcPts val="0"/>
              </a:spcAft>
              <a:buNone/>
            </a:pPr>
            <a:r>
              <a:rPr lang="zh-CN" altLang="en-US" sz="1000" dirty="0">
                <a:latin typeface="微软雅黑" panose="020B0503020204020204" pitchFamily="34" charset="-122"/>
                <a:ea typeface="微软雅黑" panose="020B0503020204020204" pitchFamily="34" charset="-122"/>
              </a:rPr>
              <a:t>    {</a:t>
            </a:r>
          </a:p>
          <a:p>
            <a:pPr marL="0" indent="0">
              <a:lnSpc>
                <a:spcPct val="120000"/>
              </a:lnSpc>
              <a:spcBef>
                <a:spcPts val="0"/>
              </a:spcBef>
              <a:spcAft>
                <a:spcPts val="0"/>
              </a:spcAft>
              <a:buNone/>
            </a:pPr>
            <a:r>
              <a:rPr lang="zh-CN" altLang="en-US" sz="1000" dirty="0">
                <a:latin typeface="微软雅黑" panose="020B0503020204020204" pitchFamily="34" charset="-122"/>
                <a:ea typeface="微软雅黑" panose="020B0503020204020204" pitchFamily="34" charset="-122"/>
              </a:rPr>
              <a:t>        r=sqrt(n/(n/(l*l)));//整除分块</a:t>
            </a:r>
          </a:p>
          <a:p>
            <a:pPr marL="0" indent="0">
              <a:lnSpc>
                <a:spcPct val="120000"/>
              </a:lnSpc>
              <a:spcBef>
                <a:spcPts val="0"/>
              </a:spcBef>
              <a:spcAft>
                <a:spcPts val="0"/>
              </a:spcAft>
              <a:buNone/>
            </a:pPr>
            <a:r>
              <a:rPr lang="zh-CN" altLang="en-US" sz="1000" dirty="0">
                <a:latin typeface="微软雅黑" panose="020B0503020204020204" pitchFamily="34" charset="-122"/>
                <a:ea typeface="微软雅黑" panose="020B0503020204020204" pitchFamily="34" charset="-122"/>
              </a:rPr>
              <a:t>        ans+=(SumMu(r)-SumMu(l-1))*(n/(l*l));</a:t>
            </a:r>
          </a:p>
          <a:p>
            <a:pPr marL="0" indent="0">
              <a:lnSpc>
                <a:spcPct val="120000"/>
              </a:lnSpc>
              <a:spcBef>
                <a:spcPts val="0"/>
              </a:spcBef>
              <a:spcAft>
                <a:spcPts val="0"/>
              </a:spcAft>
              <a:buNone/>
            </a:pPr>
            <a:r>
              <a:rPr lang="zh-CN" altLang="en-US" sz="1000" dirty="0">
                <a:latin typeface="微软雅黑" panose="020B0503020204020204" pitchFamily="34" charset="-122"/>
                <a:ea typeface="微软雅黑" panose="020B0503020204020204" pitchFamily="34" charset="-122"/>
              </a:rPr>
              <a:t>    }</a:t>
            </a:r>
          </a:p>
          <a:p>
            <a:pPr marL="0" indent="0">
              <a:lnSpc>
                <a:spcPct val="120000"/>
              </a:lnSpc>
              <a:spcBef>
                <a:spcPts val="0"/>
              </a:spcBef>
              <a:spcAft>
                <a:spcPts val="0"/>
              </a:spcAft>
              <a:buNone/>
            </a:pPr>
            <a:r>
              <a:rPr lang="zh-CN" altLang="en-US" sz="1000" dirty="0">
                <a:latin typeface="微软雅黑" panose="020B0503020204020204" pitchFamily="34" charset="-122"/>
                <a:ea typeface="微软雅黑" panose="020B0503020204020204" pitchFamily="34" charset="-122"/>
              </a:rPr>
              <a:t>    cout&lt;&lt;ans;</a:t>
            </a:r>
          </a:p>
          <a:p>
            <a:pPr marL="0" indent="0">
              <a:lnSpc>
                <a:spcPct val="120000"/>
              </a:lnSpc>
              <a:spcBef>
                <a:spcPts val="0"/>
              </a:spcBef>
              <a:spcAft>
                <a:spcPts val="0"/>
              </a:spcAft>
              <a:buNone/>
            </a:pPr>
            <a:r>
              <a:rPr lang="zh-CN" altLang="en-US" sz="1000" dirty="0">
                <a:latin typeface="微软雅黑" panose="020B0503020204020204" pitchFamily="34" charset="-122"/>
                <a:ea typeface="微软雅黑" panose="020B0503020204020204" pitchFamily="34" charset="-122"/>
              </a:rPr>
              <a:t>    return 0;</a:t>
            </a:r>
          </a:p>
          <a:p>
            <a:pPr marL="0" indent="0">
              <a:lnSpc>
                <a:spcPct val="120000"/>
              </a:lnSpc>
              <a:spcBef>
                <a:spcPts val="0"/>
              </a:spcBef>
              <a:spcAft>
                <a:spcPts val="0"/>
              </a:spcAft>
              <a:buNone/>
            </a:pPr>
            <a:r>
              <a:rPr lang="zh-CN" altLang="en-US" sz="1000" dirty="0">
                <a:latin typeface="微软雅黑" panose="020B0503020204020204" pitchFamily="34" charset="-122"/>
                <a:ea typeface="微软雅黑" panose="020B0503020204020204" pitchFamily="34" charset="-122"/>
              </a:rPr>
              <a:t>}</a:t>
            </a:r>
          </a:p>
        </p:txBody>
      </p:sp>
    </p:spTree>
  </p:cSld>
  <p:clrMapOvr>
    <a:masterClrMapping/>
  </p:clrMapOvr>
  <mc:AlternateContent xmlns:mc="http://schemas.openxmlformats.org/markup-compatibility/2006" xmlns:p14="http://schemas.microsoft.com/office/powerpoint/2010/main">
    <mc:Choice Requires="p14">
      <p:transition spd="slow" p14:dur="2000" advTm="34072"/>
    </mc:Choice>
    <mc:Fallback xmlns="">
      <p:transition spd="slow" advTm="34072"/>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Rectangle 2"/>
          <p:cNvSpPr txBox="1">
            <a:spLocks noChangeArrowheads="1"/>
          </p:cNvSpPr>
          <p:nvPr/>
        </p:nvSpPr>
        <p:spPr>
          <a:xfrm>
            <a:off x="679346" y="401863"/>
            <a:ext cx="10454100" cy="886502"/>
          </a:xfrm>
          <a:prstGeom prst="rect">
            <a:avLst/>
          </a:prstGeom>
          <a:noFill/>
          <a:ln w="9525">
            <a:noFill/>
            <a:miter lim="800000"/>
          </a:ln>
        </p:spPr>
        <p:txBody>
          <a:bodyPr vert="horz" wrap="square" lIns="91440" tIns="45720" rIns="91440" bIns="45720" numCol="1" anchor="b" anchorCtr="0" compatLnSpc="1"/>
          <a:lstStyle>
            <a:defPPr>
              <a:defRPr lang="en-US"/>
            </a:defPPr>
            <a:lvl1pPr algn="ctr" eaLnBrk="0" hangingPunct="0">
              <a:defRPr sz="5000">
                <a:solidFill>
                  <a:srgbClr val="CC0000"/>
                </a:solidFill>
                <a:effectLst>
                  <a:outerShdw blurRad="38100" dist="38100" dir="2700000" algn="tl">
                    <a:srgbClr val="000000">
                      <a:alpha val="43137"/>
                    </a:srgbClr>
                  </a:outerShdw>
                </a:effectLst>
                <a:latin typeface="+mn-lt"/>
                <a:ea typeface="+mj-ea"/>
                <a:cs typeface="+mj-cs"/>
              </a:defRPr>
            </a:lvl1pPr>
            <a:lvl2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2pPr>
            <a:lvl3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3pPr>
            <a:lvl4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4pPr>
            <a:lvl5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5pPr>
            <a:lvl6pPr marL="4572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6pPr>
            <a:lvl7pPr marL="9144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7pPr>
            <a:lvl8pPr marL="13716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8pPr>
            <a:lvl9pPr marL="18288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9pPr>
          </a:lstStyle>
          <a:p>
            <a:pPr algn="l"/>
            <a:r>
              <a:rPr lang="zh-CN" altLang="en-US" sz="4000" dirty="0">
                <a:solidFill>
                  <a:srgbClr val="C00000"/>
                </a:solidFill>
                <a:effectLst/>
                <a:latin typeface="微软雅黑" panose="020B0503020204020204" pitchFamily="34" charset="-122"/>
                <a:ea typeface="微软雅黑" panose="020B0503020204020204" pitchFamily="34" charset="-122"/>
              </a:rPr>
              <a:t>判题方法 </a:t>
            </a:r>
            <a:r>
              <a:rPr lang="en-US" altLang="zh-CN" sz="4000" dirty="0">
                <a:solidFill>
                  <a:srgbClr val="C00000"/>
                </a:solidFill>
                <a:effectLst/>
                <a:latin typeface="微软雅黑" panose="020B0503020204020204" pitchFamily="34" charset="-122"/>
                <a:ea typeface="微软雅黑" panose="020B0503020204020204" pitchFamily="34" charset="-122"/>
              </a:rPr>
              <a:t>(</a:t>
            </a:r>
            <a:r>
              <a:rPr lang="zh-CN" altLang="en-US" sz="4000" dirty="0">
                <a:solidFill>
                  <a:srgbClr val="C00000"/>
                </a:solidFill>
                <a:effectLst/>
                <a:latin typeface="微软雅黑" panose="020B0503020204020204" pitchFamily="34" charset="-122"/>
                <a:ea typeface="微软雅黑" panose="020B0503020204020204" pitchFamily="34" charset="-122"/>
              </a:rPr>
              <a:t>重点讲</a:t>
            </a:r>
            <a:r>
              <a:rPr lang="en-US" altLang="zh-CN" sz="4000" dirty="0">
                <a:solidFill>
                  <a:srgbClr val="C00000"/>
                </a:solidFill>
                <a:effectLst/>
                <a:latin typeface="微软雅黑" panose="020B0503020204020204" pitchFamily="34" charset="-122"/>
                <a:ea typeface="微软雅黑" panose="020B0503020204020204" pitchFamily="34" charset="-122"/>
              </a:rPr>
              <a:t>)</a:t>
            </a:r>
            <a:endParaRPr lang="zh-CN" altLang="en-US" sz="4000" dirty="0">
              <a:solidFill>
                <a:srgbClr val="C00000"/>
              </a:solidFill>
              <a:effectLst/>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12"/>
          </p:nvPr>
        </p:nvSpPr>
        <p:spPr/>
        <p:txBody>
          <a:bodyPr vert="horz" lIns="91440" tIns="45720" rIns="91440" bIns="45720" rtlCol="0" anchor="ctr"/>
          <a:lstStyle/>
          <a:p>
            <a:fld id="{217794D7-36C4-4E93-AE7A-0CAF6AF174FC}" type="slidenum">
              <a:rPr lang="zh-CN" altLang="en-US" b="0" smtClean="0">
                <a:solidFill>
                  <a:schemeClr val="tx1"/>
                </a:solidFill>
              </a:rPr>
              <a:t>24</a:t>
            </a:fld>
            <a:endParaRPr lang="en-US" altLang="zh-CN" b="0" dirty="0">
              <a:solidFill>
                <a:schemeClr val="tx1"/>
              </a:solidFill>
            </a:endParaRPr>
          </a:p>
        </p:txBody>
      </p:sp>
      <p:sp>
        <p:nvSpPr>
          <p:cNvPr id="21" name="内容占位符 2"/>
          <p:cNvSpPr txBox="1"/>
          <p:nvPr/>
        </p:nvSpPr>
        <p:spPr>
          <a:xfrm>
            <a:off x="1056735" y="1727575"/>
            <a:ext cx="10275334" cy="414644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lnSpc>
                <a:spcPct val="140000"/>
              </a:lnSpc>
              <a:spcAft>
                <a:spcPts val="0"/>
              </a:spcAft>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填空题：如果你填的空和答案完全一样，得</a:t>
            </a:r>
            <a:r>
              <a:rPr lang="en-US" altLang="zh-CN" sz="2400" dirty="0">
                <a:latin typeface="微软雅黑" panose="020B0503020204020204" pitchFamily="34" charset="-122"/>
                <a:ea typeface="微软雅黑" panose="020B0503020204020204" pitchFamily="34" charset="-122"/>
              </a:rPr>
              <a:t>5</a:t>
            </a:r>
            <a:r>
              <a:rPr lang="zh-CN" altLang="en-US" sz="2400" dirty="0">
                <a:latin typeface="微软雅黑" panose="020B0503020204020204" pitchFamily="34" charset="-122"/>
                <a:ea typeface="微软雅黑" panose="020B0503020204020204" pitchFamily="34" charset="-122"/>
              </a:rPr>
              <a:t>分；如果有一点点不同，得</a:t>
            </a:r>
            <a:r>
              <a:rPr lang="en-US" altLang="zh-CN" sz="2400" dirty="0">
                <a:latin typeface="微软雅黑" panose="020B0503020204020204" pitchFamily="34" charset="-122"/>
                <a:ea typeface="微软雅黑" panose="020B0503020204020204" pitchFamily="34" charset="-122"/>
              </a:rPr>
              <a:t>0</a:t>
            </a:r>
            <a:r>
              <a:rPr lang="zh-CN" altLang="en-US" sz="2400" dirty="0">
                <a:latin typeface="微软雅黑" panose="020B0503020204020204" pitchFamily="34" charset="-122"/>
                <a:ea typeface="微软雅黑" panose="020B0503020204020204" pitchFamily="34" charset="-122"/>
              </a:rPr>
              <a:t>分。</a:t>
            </a:r>
          </a:p>
          <a:p>
            <a:pPr fontAlgn="auto">
              <a:lnSpc>
                <a:spcPct val="140000"/>
              </a:lnSpc>
              <a:spcAft>
                <a:spcPts val="0"/>
              </a:spcAft>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程序设计题：每道编程题有</a:t>
            </a:r>
            <a:r>
              <a:rPr lang="en-US" altLang="zh-CN" sz="2400" dirty="0">
                <a:latin typeface="微软雅黑" panose="020B0503020204020204" pitchFamily="34" charset="-122"/>
                <a:ea typeface="微软雅黑" panose="020B0503020204020204" pitchFamily="34" charset="-122"/>
              </a:rPr>
              <a:t>10</a:t>
            </a:r>
            <a:r>
              <a:rPr lang="zh-CN" altLang="en-US" sz="2400" dirty="0">
                <a:latin typeface="微软雅黑" panose="020B0503020204020204" pitchFamily="34" charset="-122"/>
                <a:ea typeface="微软雅黑" panose="020B0503020204020204" pitchFamily="34" charset="-122"/>
              </a:rPr>
              <a:t>个测试，通过多少测试，就能得多少比例的分数。例如一道</a:t>
            </a:r>
            <a:r>
              <a:rPr lang="en-US" altLang="zh-CN" sz="2400" dirty="0">
                <a:latin typeface="微软雅黑" panose="020B0503020204020204" pitchFamily="34" charset="-122"/>
                <a:ea typeface="微软雅黑" panose="020B0503020204020204" pitchFamily="34" charset="-122"/>
              </a:rPr>
              <a:t>20</a:t>
            </a:r>
            <a:r>
              <a:rPr lang="zh-CN" altLang="en-US" sz="2400" dirty="0">
                <a:latin typeface="微软雅黑" panose="020B0503020204020204" pitchFamily="34" charset="-122"/>
                <a:ea typeface="微软雅黑" panose="020B0503020204020204" pitchFamily="34" charset="-122"/>
              </a:rPr>
              <a:t>分的题目，有</a:t>
            </a:r>
            <a:r>
              <a:rPr lang="en-US" altLang="zh-CN" sz="2400" dirty="0">
                <a:latin typeface="微软雅黑" panose="020B0503020204020204" pitchFamily="34" charset="-122"/>
                <a:ea typeface="微软雅黑" panose="020B0503020204020204" pitchFamily="34" charset="-122"/>
              </a:rPr>
              <a:t>10</a:t>
            </a:r>
            <a:r>
              <a:rPr lang="zh-CN" altLang="en-US" sz="2400" dirty="0">
                <a:latin typeface="微软雅黑" panose="020B0503020204020204" pitchFamily="34" charset="-122"/>
                <a:ea typeface="微软雅黑" panose="020B0503020204020204" pitchFamily="34" charset="-122"/>
              </a:rPr>
              <a:t>个测试，通过</a:t>
            </a:r>
            <a:r>
              <a:rPr lang="en-US" altLang="zh-CN" sz="2400" dirty="0">
                <a:latin typeface="微软雅黑" panose="020B0503020204020204" pitchFamily="34" charset="-122"/>
                <a:ea typeface="微软雅黑" panose="020B0503020204020204" pitchFamily="34" charset="-122"/>
              </a:rPr>
              <a:t>3</a:t>
            </a:r>
            <a:r>
              <a:rPr lang="zh-CN" altLang="en-US" sz="2400" dirty="0">
                <a:latin typeface="微软雅黑" panose="020B0503020204020204" pitchFamily="34" charset="-122"/>
                <a:ea typeface="微软雅黑" panose="020B0503020204020204" pitchFamily="34" charset="-122"/>
              </a:rPr>
              <a:t>个，得</a:t>
            </a:r>
            <a:r>
              <a:rPr lang="en-US" altLang="zh-CN" sz="2400" dirty="0">
                <a:latin typeface="微软雅黑" panose="020B0503020204020204" pitchFamily="34" charset="-122"/>
                <a:ea typeface="微软雅黑" panose="020B0503020204020204" pitchFamily="34" charset="-122"/>
              </a:rPr>
              <a:t>6</a:t>
            </a:r>
            <a:r>
              <a:rPr lang="zh-CN" altLang="en-US" sz="2400" dirty="0">
                <a:latin typeface="微软雅黑" panose="020B0503020204020204" pitchFamily="34" charset="-122"/>
                <a:ea typeface="微软雅黑" panose="020B0503020204020204" pitchFamily="34" charset="-122"/>
              </a:rPr>
              <a:t>分。</a:t>
            </a:r>
          </a:p>
        </p:txBody>
      </p:sp>
    </p:spTree>
  </p:cSld>
  <p:clrMapOvr>
    <a:masterClrMapping/>
  </p:clrMapOvr>
  <mc:AlternateContent xmlns:mc="http://schemas.openxmlformats.org/markup-compatibility/2006" xmlns:p14="http://schemas.microsoft.com/office/powerpoint/2010/main">
    <mc:Choice Requires="p14">
      <p:transition spd="slow" p14:dur="2000" advTm="76098"/>
    </mc:Choice>
    <mc:Fallback xmlns="">
      <p:transition spd="slow" advTm="76098"/>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Rectangle 2"/>
          <p:cNvSpPr txBox="1">
            <a:spLocks noChangeArrowheads="1"/>
          </p:cNvSpPr>
          <p:nvPr/>
        </p:nvSpPr>
        <p:spPr>
          <a:xfrm>
            <a:off x="681165" y="401863"/>
            <a:ext cx="10454100" cy="886502"/>
          </a:xfrm>
          <a:prstGeom prst="rect">
            <a:avLst/>
          </a:prstGeom>
          <a:noFill/>
          <a:ln w="9525">
            <a:noFill/>
            <a:miter lim="800000"/>
          </a:ln>
        </p:spPr>
        <p:txBody>
          <a:bodyPr vert="horz" wrap="square" lIns="91440" tIns="45720" rIns="91440" bIns="45720" numCol="1" anchor="b" anchorCtr="0" compatLnSpc="1"/>
          <a:lstStyle>
            <a:defPPr>
              <a:defRPr lang="en-US"/>
            </a:defPPr>
            <a:lvl1pPr algn="ctr" eaLnBrk="0" hangingPunct="0">
              <a:defRPr sz="5000">
                <a:solidFill>
                  <a:srgbClr val="CC0000"/>
                </a:solidFill>
                <a:effectLst>
                  <a:outerShdw blurRad="38100" dist="38100" dir="2700000" algn="tl">
                    <a:srgbClr val="000000">
                      <a:alpha val="43137"/>
                    </a:srgbClr>
                  </a:outerShdw>
                </a:effectLst>
                <a:latin typeface="+mn-lt"/>
                <a:ea typeface="+mj-ea"/>
                <a:cs typeface="+mj-cs"/>
              </a:defRPr>
            </a:lvl1pPr>
            <a:lvl2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2pPr>
            <a:lvl3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3pPr>
            <a:lvl4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4pPr>
            <a:lvl5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5pPr>
            <a:lvl6pPr marL="4572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6pPr>
            <a:lvl7pPr marL="9144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7pPr>
            <a:lvl8pPr marL="13716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8pPr>
            <a:lvl9pPr marL="18288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9pPr>
          </a:lstStyle>
          <a:p>
            <a:pPr algn="l"/>
            <a:r>
              <a:rPr lang="zh-CN" altLang="en-US" sz="4000" dirty="0">
                <a:solidFill>
                  <a:srgbClr val="C00000"/>
                </a:solidFill>
                <a:effectLst/>
                <a:latin typeface="微软雅黑" panose="020B0503020204020204" pitchFamily="34" charset="-122"/>
                <a:ea typeface="微软雅黑" panose="020B0503020204020204" pitchFamily="34" charset="-122"/>
              </a:rPr>
              <a:t>判题步骤</a:t>
            </a:r>
          </a:p>
        </p:txBody>
      </p:sp>
      <p:sp>
        <p:nvSpPr>
          <p:cNvPr id="2" name="灯片编号占位符 1"/>
          <p:cNvSpPr>
            <a:spLocks noGrp="1"/>
          </p:cNvSpPr>
          <p:nvPr>
            <p:ph type="sldNum" sz="quarter" idx="12"/>
          </p:nvPr>
        </p:nvSpPr>
        <p:spPr/>
        <p:txBody>
          <a:bodyPr vert="horz" lIns="91440" tIns="45720" rIns="91440" bIns="45720" rtlCol="0" anchor="ctr"/>
          <a:lstStyle/>
          <a:p>
            <a:fld id="{217794D7-36C4-4E93-AE7A-0CAF6AF174FC}" type="slidenum">
              <a:rPr lang="zh-CN" altLang="en-US" b="0" smtClean="0">
                <a:solidFill>
                  <a:schemeClr val="tx1"/>
                </a:solidFill>
              </a:rPr>
              <a:t>25</a:t>
            </a:fld>
            <a:endParaRPr lang="en-US" altLang="zh-CN" b="0" dirty="0">
              <a:solidFill>
                <a:schemeClr val="tx1"/>
              </a:solidFill>
            </a:endParaRPr>
          </a:p>
        </p:txBody>
      </p:sp>
      <p:sp>
        <p:nvSpPr>
          <p:cNvPr id="21" name="内容占位符 2"/>
          <p:cNvSpPr txBox="1"/>
          <p:nvPr/>
        </p:nvSpPr>
        <p:spPr>
          <a:xfrm>
            <a:off x="1056735" y="1596540"/>
            <a:ext cx="10275334" cy="414644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ct val="140000"/>
              </a:lnSpc>
              <a:spcAft>
                <a:spcPts val="0"/>
              </a:spcAft>
              <a:buNone/>
            </a:pP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1</a:t>
            </a:r>
            <a:r>
              <a:rPr lang="zh-CN" altLang="en-US" sz="2400" dirty="0">
                <a:latin typeface="微软雅黑" panose="020B0503020204020204" pitchFamily="34" charset="-122"/>
                <a:ea typeface="微软雅黑" panose="020B0503020204020204" pitchFamily="34" charset="-122"/>
              </a:rPr>
              <a:t>）判题系统准备好每道题的测试数据，包括输入</a:t>
            </a:r>
            <a:r>
              <a:rPr lang="en-US" altLang="zh-CN" sz="2400" dirty="0">
                <a:latin typeface="微软雅黑" panose="020B0503020204020204" pitchFamily="34" charset="-122"/>
                <a:ea typeface="微软雅黑" panose="020B0503020204020204" pitchFamily="34" charset="-122"/>
              </a:rPr>
              <a:t>data.in</a:t>
            </a:r>
            <a:r>
              <a:rPr lang="zh-CN" altLang="en-US" sz="2400" dirty="0">
                <a:latin typeface="微软雅黑" panose="020B0503020204020204" pitchFamily="34" charset="-122"/>
                <a:ea typeface="微软雅黑" panose="020B0503020204020204" pitchFamily="34" charset="-122"/>
              </a:rPr>
              <a:t>和对应的输出</a:t>
            </a:r>
            <a:r>
              <a:rPr lang="en-US" altLang="zh-CN" sz="2400" dirty="0" err="1">
                <a:latin typeface="微软雅黑" panose="020B0503020204020204" pitchFamily="34" charset="-122"/>
                <a:ea typeface="微软雅黑" panose="020B0503020204020204" pitchFamily="34" charset="-122"/>
              </a:rPr>
              <a:t>data.out</a:t>
            </a:r>
            <a:r>
              <a:rPr lang="zh-CN" altLang="en-US" sz="2400" dirty="0">
                <a:latin typeface="微软雅黑" panose="020B0503020204020204" pitchFamily="34" charset="-122"/>
                <a:ea typeface="微软雅黑" panose="020B0503020204020204" pitchFamily="34" charset="-122"/>
              </a:rPr>
              <a:t>；共</a:t>
            </a:r>
            <a:r>
              <a:rPr lang="en-US" altLang="zh-CN" sz="2400" dirty="0">
                <a:latin typeface="微软雅黑" panose="020B0503020204020204" pitchFamily="34" charset="-122"/>
                <a:ea typeface="微软雅黑" panose="020B0503020204020204" pitchFamily="34" charset="-122"/>
              </a:rPr>
              <a:t>10</a:t>
            </a:r>
            <a:r>
              <a:rPr lang="zh-CN" altLang="en-US" sz="2400" dirty="0">
                <a:latin typeface="微软雅黑" panose="020B0503020204020204" pitchFamily="34" charset="-122"/>
                <a:ea typeface="微软雅黑" panose="020B0503020204020204" pitchFamily="34" charset="-122"/>
              </a:rPr>
              <a:t>组测试。</a:t>
            </a:r>
          </a:p>
          <a:p>
            <a:pPr marL="0" indent="0" fontAlgn="auto">
              <a:lnSpc>
                <a:spcPct val="140000"/>
              </a:lnSpc>
              <a:spcAft>
                <a:spcPts val="0"/>
              </a:spcAft>
              <a:buNone/>
            </a:pP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2</a:t>
            </a:r>
            <a:r>
              <a:rPr lang="zh-CN" altLang="en-US" sz="2400" dirty="0">
                <a:latin typeface="微软雅黑" panose="020B0503020204020204" pitchFamily="34" charset="-122"/>
                <a:ea typeface="微软雅黑" panose="020B0503020204020204" pitchFamily="34" charset="-122"/>
              </a:rPr>
              <a:t>）运行你的代码，读入输入数据</a:t>
            </a:r>
            <a:r>
              <a:rPr lang="en-US" altLang="zh-CN" sz="2400" dirty="0">
                <a:latin typeface="微软雅黑" panose="020B0503020204020204" pitchFamily="34" charset="-122"/>
                <a:ea typeface="微软雅黑" panose="020B0503020204020204" pitchFamily="34" charset="-122"/>
              </a:rPr>
              <a:t>data.in</a:t>
            </a:r>
            <a:r>
              <a:rPr lang="zh-CN" altLang="en-US" sz="2400" dirty="0">
                <a:latin typeface="微软雅黑" panose="020B0503020204020204" pitchFamily="34" charset="-122"/>
                <a:ea typeface="微软雅黑" panose="020B0503020204020204" pitchFamily="34" charset="-122"/>
              </a:rPr>
              <a:t>，产生输出</a:t>
            </a:r>
            <a:r>
              <a:rPr lang="en-US" altLang="zh-CN" sz="2400" dirty="0" err="1">
                <a:latin typeface="微软雅黑" panose="020B0503020204020204" pitchFamily="34" charset="-122"/>
                <a:ea typeface="微软雅黑" panose="020B0503020204020204" pitchFamily="34" charset="-122"/>
              </a:rPr>
              <a:t>my.out</a:t>
            </a:r>
            <a:r>
              <a:rPr lang="zh-CN" altLang="en-US" sz="2400" dirty="0">
                <a:latin typeface="微软雅黑" panose="020B0503020204020204" pitchFamily="34" charset="-122"/>
                <a:ea typeface="微软雅黑" panose="020B0503020204020204" pitchFamily="34" charset="-122"/>
              </a:rPr>
              <a:t>；</a:t>
            </a:r>
          </a:p>
          <a:p>
            <a:pPr marL="0" indent="0" fontAlgn="auto">
              <a:lnSpc>
                <a:spcPct val="140000"/>
              </a:lnSpc>
              <a:spcAft>
                <a:spcPts val="0"/>
              </a:spcAft>
              <a:buNone/>
            </a:pP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3</a:t>
            </a:r>
            <a:r>
              <a:rPr lang="zh-CN" altLang="en-US" sz="2400" dirty="0">
                <a:latin typeface="微软雅黑" panose="020B0503020204020204" pitchFamily="34" charset="-122"/>
                <a:ea typeface="微软雅黑" panose="020B0503020204020204" pitchFamily="34" charset="-122"/>
              </a:rPr>
              <a:t>）如果超出限定时间，代码还没运行结束，判错；</a:t>
            </a:r>
          </a:p>
          <a:p>
            <a:pPr marL="0" indent="0" fontAlgn="auto">
              <a:lnSpc>
                <a:spcPct val="140000"/>
              </a:lnSpc>
              <a:spcAft>
                <a:spcPts val="0"/>
              </a:spcAft>
              <a:buNone/>
            </a:pP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4</a:t>
            </a:r>
            <a:r>
              <a:rPr lang="zh-CN" altLang="en-US" sz="2400" dirty="0">
                <a:latin typeface="微软雅黑" panose="020B0503020204020204" pitchFamily="34" charset="-122"/>
                <a:ea typeface="微软雅黑" panose="020B0503020204020204" pitchFamily="34" charset="-122"/>
              </a:rPr>
              <a:t>）在限定时间内运行出结果，对比</a:t>
            </a:r>
            <a:r>
              <a:rPr lang="en-US" altLang="zh-CN" sz="2400" dirty="0" err="1">
                <a:latin typeface="微软雅黑" panose="020B0503020204020204" pitchFamily="34" charset="-122"/>
                <a:ea typeface="微软雅黑" panose="020B0503020204020204" pitchFamily="34" charset="-122"/>
              </a:rPr>
              <a:t>data.out</a:t>
            </a:r>
            <a:r>
              <a:rPr lang="zh-CN" altLang="en-US" sz="2400" dirty="0">
                <a:latin typeface="微软雅黑" panose="020B0503020204020204" pitchFamily="34" charset="-122"/>
                <a:ea typeface="微软雅黑" panose="020B0503020204020204" pitchFamily="34" charset="-122"/>
              </a:rPr>
              <a:t>和</a:t>
            </a:r>
            <a:r>
              <a:rPr lang="en-US" altLang="zh-CN" sz="2400" dirty="0" err="1">
                <a:latin typeface="微软雅黑" panose="020B0503020204020204" pitchFamily="34" charset="-122"/>
                <a:ea typeface="微软雅黑" panose="020B0503020204020204" pitchFamily="34" charset="-122"/>
              </a:rPr>
              <a:t>my.out</a:t>
            </a:r>
            <a:r>
              <a:rPr lang="zh-CN" altLang="en-US" sz="2400" dirty="0">
                <a:latin typeface="微软雅黑" panose="020B0503020204020204" pitchFamily="34" charset="-122"/>
                <a:ea typeface="微软雅黑" panose="020B0503020204020204" pitchFamily="34" charset="-122"/>
              </a:rPr>
              <a:t>，如果完全一样，判为正确，否则就判错。</a:t>
            </a:r>
          </a:p>
        </p:txBody>
      </p:sp>
    </p:spTree>
  </p:cSld>
  <p:clrMapOvr>
    <a:masterClrMapping/>
  </p:clrMapOvr>
  <mc:AlternateContent xmlns:mc="http://schemas.openxmlformats.org/markup-compatibility/2006" xmlns:p14="http://schemas.microsoft.com/office/powerpoint/2010/main">
    <mc:Choice Requires="p14">
      <p:transition spd="slow" p14:dur="2000" advTm="102542"/>
    </mc:Choice>
    <mc:Fallback xmlns="">
      <p:transition spd="slow" advTm="102542"/>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Rectangle 2"/>
          <p:cNvSpPr txBox="1">
            <a:spLocks noChangeArrowheads="1"/>
          </p:cNvSpPr>
          <p:nvPr/>
        </p:nvSpPr>
        <p:spPr>
          <a:xfrm>
            <a:off x="681165" y="401863"/>
            <a:ext cx="10454100" cy="886502"/>
          </a:xfrm>
          <a:prstGeom prst="rect">
            <a:avLst/>
          </a:prstGeom>
          <a:noFill/>
          <a:ln w="9525">
            <a:noFill/>
            <a:miter lim="800000"/>
          </a:ln>
        </p:spPr>
        <p:txBody>
          <a:bodyPr vert="horz" wrap="square" lIns="91440" tIns="45720" rIns="91440" bIns="45720" numCol="1" anchor="b" anchorCtr="0" compatLnSpc="1"/>
          <a:lstStyle>
            <a:defPPr>
              <a:defRPr lang="en-US"/>
            </a:defPPr>
            <a:lvl1pPr algn="ctr" eaLnBrk="0" hangingPunct="0">
              <a:defRPr sz="5000">
                <a:solidFill>
                  <a:srgbClr val="CC0000"/>
                </a:solidFill>
                <a:effectLst>
                  <a:outerShdw blurRad="38100" dist="38100" dir="2700000" algn="tl">
                    <a:srgbClr val="000000">
                      <a:alpha val="43137"/>
                    </a:srgbClr>
                  </a:outerShdw>
                </a:effectLst>
                <a:latin typeface="+mn-lt"/>
                <a:ea typeface="+mj-ea"/>
                <a:cs typeface="+mj-cs"/>
              </a:defRPr>
            </a:lvl1pPr>
            <a:lvl2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2pPr>
            <a:lvl3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3pPr>
            <a:lvl4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4pPr>
            <a:lvl5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5pPr>
            <a:lvl6pPr marL="4572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6pPr>
            <a:lvl7pPr marL="9144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7pPr>
            <a:lvl8pPr marL="13716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8pPr>
            <a:lvl9pPr marL="18288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9pPr>
          </a:lstStyle>
          <a:p>
            <a:pPr algn="l"/>
            <a:r>
              <a:rPr lang="zh-CN" altLang="en-US" sz="3600" dirty="0">
                <a:solidFill>
                  <a:srgbClr val="C00000"/>
                </a:solidFill>
                <a:effectLst/>
                <a:latin typeface="微软雅黑" panose="020B0503020204020204" pitchFamily="34" charset="-122"/>
                <a:ea typeface="微软雅黑" panose="020B0503020204020204" pitchFamily="34" charset="-122"/>
              </a:rPr>
              <a:t>得分和测试数据的关系</a:t>
            </a:r>
          </a:p>
        </p:txBody>
      </p:sp>
      <p:sp>
        <p:nvSpPr>
          <p:cNvPr id="2" name="灯片编号占位符 1"/>
          <p:cNvSpPr>
            <a:spLocks noGrp="1"/>
          </p:cNvSpPr>
          <p:nvPr>
            <p:ph type="sldNum" sz="quarter" idx="12"/>
          </p:nvPr>
        </p:nvSpPr>
        <p:spPr/>
        <p:txBody>
          <a:bodyPr vert="horz" lIns="91440" tIns="45720" rIns="91440" bIns="45720" rtlCol="0" anchor="ctr"/>
          <a:lstStyle/>
          <a:p>
            <a:fld id="{217794D7-36C4-4E93-AE7A-0CAF6AF174FC}" type="slidenum">
              <a:rPr lang="zh-CN" altLang="en-US" b="0" smtClean="0">
                <a:solidFill>
                  <a:schemeClr val="tx1"/>
                </a:solidFill>
              </a:rPr>
              <a:t>26</a:t>
            </a:fld>
            <a:endParaRPr lang="en-US" altLang="zh-CN" b="0" dirty="0">
              <a:solidFill>
                <a:schemeClr val="tx1"/>
              </a:solidFill>
            </a:endParaRPr>
          </a:p>
        </p:txBody>
      </p:sp>
      <p:sp>
        <p:nvSpPr>
          <p:cNvPr id="21" name="内容占位符 2"/>
          <p:cNvSpPr txBox="1"/>
          <p:nvPr/>
        </p:nvSpPr>
        <p:spPr>
          <a:xfrm>
            <a:off x="301625" y="1596390"/>
            <a:ext cx="11291570" cy="414655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60000"/>
              </a:lnSpc>
              <a:spcBef>
                <a:spcPts val="0"/>
              </a:spcBef>
              <a:buNone/>
            </a:pPr>
            <a:r>
              <a:rPr lang="en-US" altLang="zh-CN" sz="2400" dirty="0">
                <a:latin typeface="微软雅黑" panose="020B0503020204020204" pitchFamily="34" charset="-122"/>
                <a:ea typeface="微软雅黑" panose="020B0503020204020204" pitchFamily="34" charset="-122"/>
              </a:rPr>
              <a:t>2022</a:t>
            </a:r>
            <a:r>
              <a:rPr lang="zh-CN" altLang="en-US" sz="2400" dirty="0">
                <a:latin typeface="微软雅黑" panose="020B0503020204020204" pitchFamily="34" charset="-122"/>
                <a:ea typeface="微软雅黑" panose="020B0503020204020204" pitchFamily="34" charset="-122"/>
              </a:rPr>
              <a:t>年第十三届蓝桥杯省赛</a:t>
            </a:r>
            <a:r>
              <a:rPr lang="en-US" altLang="zh-CN" sz="2400" dirty="0">
                <a:latin typeface="微软雅黑" panose="020B0503020204020204" pitchFamily="34" charset="-122"/>
                <a:ea typeface="微软雅黑" panose="020B0503020204020204" pitchFamily="34" charset="-122"/>
              </a:rPr>
              <a:t>C/C++</a:t>
            </a:r>
            <a:r>
              <a:rPr lang="zh-CN" altLang="en-US" sz="2400" dirty="0">
                <a:latin typeface="微软雅黑" panose="020B0503020204020204" pitchFamily="34" charset="-122"/>
                <a:ea typeface="微软雅黑" panose="020B0503020204020204" pitchFamily="34" charset="-122"/>
              </a:rPr>
              <a:t>大学</a:t>
            </a:r>
            <a:r>
              <a:rPr lang="en-US" altLang="zh-CN" sz="2400" dirty="0">
                <a:latin typeface="微软雅黑" panose="020B0503020204020204" pitchFamily="34" charset="-122"/>
                <a:ea typeface="微软雅黑" panose="020B0503020204020204" pitchFamily="34" charset="-122"/>
              </a:rPr>
              <a:t>A</a:t>
            </a:r>
            <a:r>
              <a:rPr lang="zh-CN" altLang="en-US" sz="2400" dirty="0">
                <a:latin typeface="微软雅黑" panose="020B0503020204020204" pitchFamily="34" charset="-122"/>
                <a:ea typeface="微软雅黑" panose="020B0503020204020204" pitchFamily="34" charset="-122"/>
              </a:rPr>
              <a:t>组试题</a:t>
            </a:r>
            <a:r>
              <a:rPr lang="en-US" altLang="zh-CN" sz="2400" dirty="0">
                <a:latin typeface="微软雅黑" panose="020B0503020204020204" pitchFamily="34" charset="-122"/>
                <a:ea typeface="微软雅黑" panose="020B0503020204020204" pitchFamily="34" charset="-122"/>
              </a:rPr>
              <a:t>C</a:t>
            </a:r>
            <a:r>
              <a:rPr lang="zh-CN" altLang="en-US" sz="2400" dirty="0">
                <a:latin typeface="微软雅黑" panose="020B0503020204020204" pitchFamily="34" charset="-122"/>
                <a:ea typeface="微软雅黑" panose="020B0503020204020204" pitchFamily="34" charset="-122"/>
              </a:rPr>
              <a:t>：求和</a:t>
            </a:r>
            <a:r>
              <a:rPr lang="zh-CN" altLang="en-US" sz="2400" dirty="0">
                <a:solidFill>
                  <a:srgbClr val="0070C0"/>
                </a:solidFill>
                <a:latin typeface="微软雅黑" panose="020B0503020204020204" pitchFamily="34" charset="-122"/>
                <a:ea typeface="微软雅黑" panose="020B0503020204020204" pitchFamily="34" charset="-122"/>
                <a:sym typeface="+mn-ea"/>
              </a:rPr>
              <a:t>【</a:t>
            </a:r>
            <a:r>
              <a:rPr lang="en-US" altLang="zh-CN" sz="2400" dirty="0">
                <a:solidFill>
                  <a:srgbClr val="0070C0"/>
                </a:solidFill>
                <a:latin typeface="微软雅黑" panose="020B0503020204020204" pitchFamily="34" charset="-122"/>
                <a:ea typeface="微软雅黑" panose="020B0503020204020204" pitchFamily="34" charset="-122"/>
                <a:sym typeface="+mn-ea"/>
              </a:rPr>
              <a:t>lanqiaoOJ 2080</a:t>
            </a:r>
            <a:r>
              <a:rPr lang="zh-CN" altLang="en-US" sz="2400" dirty="0">
                <a:solidFill>
                  <a:srgbClr val="0070C0"/>
                </a:solidFill>
                <a:latin typeface="微软雅黑" panose="020B0503020204020204" pitchFamily="34" charset="-122"/>
                <a:ea typeface="微软雅黑" panose="020B0503020204020204" pitchFamily="34" charset="-122"/>
                <a:sym typeface="+mn-ea"/>
              </a:rPr>
              <a:t>】</a:t>
            </a:r>
            <a:r>
              <a:rPr lang="zh-CN" altLang="en-US" sz="2400" dirty="0">
                <a:latin typeface="微软雅黑" panose="020B0503020204020204" pitchFamily="34" charset="-122"/>
                <a:ea typeface="微软雅黑" panose="020B0503020204020204" pitchFamily="34" charset="-122"/>
              </a:rPr>
              <a:t> </a:t>
            </a:r>
            <a:endParaRPr lang="en-US" altLang="zh-CN" sz="2400" dirty="0">
              <a:latin typeface="微软雅黑" panose="020B0503020204020204" pitchFamily="34" charset="-122"/>
              <a:ea typeface="微软雅黑" panose="020B0503020204020204" pitchFamily="34" charset="-122"/>
            </a:endParaRPr>
          </a:p>
          <a:p>
            <a:pPr marL="0" indent="0">
              <a:lnSpc>
                <a:spcPct val="160000"/>
              </a:lnSpc>
              <a:spcBef>
                <a:spcPts val="0"/>
              </a:spcBef>
              <a:buNone/>
            </a:pPr>
            <a:r>
              <a:rPr lang="zh-CN" altLang="en-US" sz="2400" dirty="0">
                <a:solidFill>
                  <a:srgbClr val="0070C0"/>
                </a:solidFill>
                <a:latin typeface="微软雅黑" panose="020B0503020204020204" pitchFamily="34" charset="-122"/>
                <a:ea typeface="微软雅黑" panose="020B0503020204020204" pitchFamily="34" charset="-122"/>
              </a:rPr>
              <a:t>时间限制：</a:t>
            </a:r>
            <a:r>
              <a:rPr lang="en-US" altLang="zh-CN" sz="2400" dirty="0">
                <a:latin typeface="微软雅黑" panose="020B0503020204020204" pitchFamily="34" charset="-122"/>
                <a:ea typeface="微软雅黑" panose="020B0503020204020204" pitchFamily="34" charset="-122"/>
              </a:rPr>
              <a:t>1s  </a:t>
            </a:r>
            <a:r>
              <a:rPr lang="zh-CN" altLang="en-US" sz="2400" dirty="0">
                <a:latin typeface="微软雅黑" panose="020B0503020204020204" pitchFamily="34" charset="-122"/>
                <a:ea typeface="微软雅黑" panose="020B0503020204020204" pitchFamily="34" charset="-122"/>
              </a:rPr>
              <a:t>内存限制</a:t>
            </a:r>
            <a:r>
              <a:rPr lang="en-US" altLang="zh-CN" sz="2400" dirty="0">
                <a:latin typeface="微软雅黑" panose="020B0503020204020204" pitchFamily="34" charset="-122"/>
                <a:ea typeface="微软雅黑" panose="020B0503020204020204" pitchFamily="34" charset="-122"/>
              </a:rPr>
              <a:t>: 256MB  </a:t>
            </a:r>
            <a:r>
              <a:rPr lang="zh-CN" altLang="en-US" sz="2400" dirty="0">
                <a:latin typeface="微软雅黑" panose="020B0503020204020204" pitchFamily="34" charset="-122"/>
                <a:ea typeface="微软雅黑" panose="020B0503020204020204" pitchFamily="34" charset="-122"/>
              </a:rPr>
              <a:t>本题总分：</a:t>
            </a:r>
            <a:r>
              <a:rPr lang="en-US" altLang="zh-CN" sz="2400" dirty="0">
                <a:latin typeface="微软雅黑" panose="020B0503020204020204" pitchFamily="34" charset="-122"/>
                <a:ea typeface="微软雅黑" panose="020B0503020204020204" pitchFamily="34" charset="-122"/>
              </a:rPr>
              <a:t>10</a:t>
            </a:r>
            <a:r>
              <a:rPr lang="zh-CN" altLang="en-US" sz="2400" dirty="0">
                <a:latin typeface="微软雅黑" panose="020B0503020204020204" pitchFamily="34" charset="-122"/>
                <a:ea typeface="微软雅黑" panose="020B0503020204020204" pitchFamily="34" charset="-122"/>
              </a:rPr>
              <a:t>分</a:t>
            </a:r>
          </a:p>
          <a:p>
            <a:pPr marL="0" indent="0">
              <a:lnSpc>
                <a:spcPct val="160000"/>
              </a:lnSpc>
              <a:spcBef>
                <a:spcPts val="0"/>
              </a:spcBef>
              <a:buNone/>
            </a:pPr>
            <a:r>
              <a:rPr lang="zh-CN" altLang="en-US" sz="2400" dirty="0">
                <a:solidFill>
                  <a:srgbClr val="0070C0"/>
                </a:solidFill>
                <a:latin typeface="微软雅黑" panose="020B0503020204020204" pitchFamily="34" charset="-122"/>
                <a:ea typeface="微软雅黑" panose="020B0503020204020204" pitchFamily="34" charset="-122"/>
              </a:rPr>
              <a:t>问题描述：</a:t>
            </a:r>
            <a:r>
              <a:rPr lang="zh-CN" altLang="en-US" sz="2400" dirty="0">
                <a:latin typeface="微软雅黑" panose="020B0503020204020204" pitchFamily="34" charset="-122"/>
                <a:ea typeface="微软雅黑" panose="020B0503020204020204" pitchFamily="34" charset="-122"/>
              </a:rPr>
              <a:t>给定</a:t>
            </a:r>
            <a:r>
              <a:rPr lang="en-US" altLang="zh-CN" sz="2400" dirty="0">
                <a:latin typeface="微软雅黑" panose="020B0503020204020204" pitchFamily="34" charset="-122"/>
                <a:ea typeface="微软雅黑" panose="020B0503020204020204" pitchFamily="34" charset="-122"/>
              </a:rPr>
              <a:t>n</a:t>
            </a:r>
            <a:r>
              <a:rPr lang="zh-CN" altLang="en-US" sz="2400" dirty="0">
                <a:latin typeface="微软雅黑" panose="020B0503020204020204" pitchFamily="34" charset="-122"/>
                <a:ea typeface="微软雅黑" panose="020B0503020204020204" pitchFamily="34" charset="-122"/>
              </a:rPr>
              <a:t>个整数</a:t>
            </a:r>
            <a:r>
              <a:rPr lang="en-US" altLang="zh-CN" sz="2400" dirty="0">
                <a:latin typeface="微软雅黑" panose="020B0503020204020204" pitchFamily="34" charset="-122"/>
                <a:ea typeface="微软雅黑" panose="020B0503020204020204" pitchFamily="34" charset="-122"/>
              </a:rPr>
              <a:t>a</a:t>
            </a:r>
            <a:r>
              <a:rPr lang="en-US" altLang="zh-CN" sz="2400" baseline="-25000" dirty="0">
                <a:latin typeface="微软雅黑" panose="020B0503020204020204" pitchFamily="34" charset="-122"/>
                <a:ea typeface="微软雅黑" panose="020B0503020204020204" pitchFamily="34" charset="-122"/>
              </a:rPr>
              <a:t>1</a:t>
            </a:r>
            <a:r>
              <a:rPr lang="en-US" altLang="zh-CN" sz="2400" dirty="0">
                <a:latin typeface="微软雅黑" panose="020B0503020204020204" pitchFamily="34" charset="-122"/>
                <a:ea typeface="微软雅黑" panose="020B0503020204020204" pitchFamily="34" charset="-122"/>
              </a:rPr>
              <a:t>,a</a:t>
            </a:r>
            <a:r>
              <a:rPr lang="en-US" altLang="zh-CN" sz="2400" baseline="-25000" dirty="0">
                <a:latin typeface="微软雅黑" panose="020B0503020204020204" pitchFamily="34" charset="-122"/>
                <a:ea typeface="微软雅黑" panose="020B0503020204020204" pitchFamily="34" charset="-122"/>
              </a:rPr>
              <a:t>2</a:t>
            </a:r>
            <a:r>
              <a:rPr lang="en-US" altLang="zh-CN" sz="2400" dirty="0">
                <a:latin typeface="微软雅黑" panose="020B0503020204020204" pitchFamily="34" charset="-122"/>
                <a:ea typeface="微软雅黑" panose="020B0503020204020204" pitchFamily="34" charset="-122"/>
              </a:rPr>
              <a:t>,…,a</a:t>
            </a:r>
            <a:r>
              <a:rPr lang="en-US" altLang="zh-CN" sz="2400" baseline="-25000" dirty="0">
                <a:latin typeface="微软雅黑" panose="020B0503020204020204" pitchFamily="34" charset="-122"/>
                <a:ea typeface="微软雅黑" panose="020B0503020204020204" pitchFamily="34" charset="-122"/>
              </a:rPr>
              <a:t>n</a:t>
            </a:r>
            <a:r>
              <a:rPr lang="zh-CN" altLang="en-US" sz="2400" dirty="0">
                <a:latin typeface="微软雅黑" panose="020B0503020204020204" pitchFamily="34" charset="-122"/>
                <a:ea typeface="微软雅黑" panose="020B0503020204020204" pitchFamily="34" charset="-122"/>
              </a:rPr>
              <a:t>，求他们两两相乘再相加的和，即：</a:t>
            </a:r>
          </a:p>
          <a:p>
            <a:pPr marL="0" indent="0">
              <a:lnSpc>
                <a:spcPct val="160000"/>
              </a:lnSpc>
              <a:spcBef>
                <a:spcPts val="0"/>
              </a:spcBef>
              <a:buNone/>
            </a:pPr>
            <a:r>
              <a:rPr lang="en-US" altLang="zh-CN" sz="2000" dirty="0">
                <a:latin typeface="微软雅黑" panose="020B0503020204020204" pitchFamily="34" charset="-122"/>
                <a:ea typeface="微软雅黑" panose="020B0503020204020204" pitchFamily="34" charset="-122"/>
              </a:rPr>
              <a:t>    </a:t>
            </a:r>
            <a:r>
              <a:rPr lang="en-US" altLang="zh-CN" sz="2000" dirty="0">
                <a:latin typeface="宋体" panose="02010600030101010101" pitchFamily="2" charset="-122"/>
                <a:ea typeface="宋体" panose="02010600030101010101" pitchFamily="2" charset="-122"/>
              </a:rPr>
              <a:t>S = a</a:t>
            </a:r>
            <a:r>
              <a:rPr lang="en-US" altLang="zh-CN" sz="2000" baseline="-25000" dirty="0">
                <a:latin typeface="宋体" panose="02010600030101010101" pitchFamily="2" charset="-122"/>
                <a:ea typeface="宋体" panose="02010600030101010101" pitchFamily="2" charset="-122"/>
              </a:rPr>
              <a:t>1</a:t>
            </a:r>
            <a:r>
              <a:rPr lang="en-US" altLang="zh-CN" sz="2000" dirty="0">
                <a:latin typeface="宋体" panose="02010600030101010101" pitchFamily="2" charset="-122"/>
                <a:ea typeface="宋体" panose="02010600030101010101" pitchFamily="2" charset="-122"/>
              </a:rPr>
              <a:t>•a</a:t>
            </a:r>
            <a:r>
              <a:rPr lang="en-US" altLang="zh-CN" sz="2000" baseline="-25000" dirty="0">
                <a:latin typeface="宋体" panose="02010600030101010101" pitchFamily="2" charset="-122"/>
                <a:ea typeface="宋体" panose="02010600030101010101" pitchFamily="2" charset="-122"/>
              </a:rPr>
              <a:t>2 </a:t>
            </a:r>
            <a:r>
              <a:rPr lang="en-US" altLang="zh-CN" sz="2000" dirty="0">
                <a:latin typeface="宋体" panose="02010600030101010101" pitchFamily="2" charset="-122"/>
                <a:ea typeface="宋体" panose="02010600030101010101" pitchFamily="2" charset="-122"/>
              </a:rPr>
              <a:t>+ a</a:t>
            </a:r>
            <a:r>
              <a:rPr lang="en-US" altLang="zh-CN" sz="2000" baseline="-25000" dirty="0">
                <a:latin typeface="宋体" panose="02010600030101010101" pitchFamily="2" charset="-122"/>
                <a:ea typeface="宋体" panose="02010600030101010101" pitchFamily="2" charset="-122"/>
              </a:rPr>
              <a:t>1</a:t>
            </a:r>
            <a:r>
              <a:rPr lang="en-US" altLang="zh-CN" sz="2000" dirty="0">
                <a:latin typeface="宋体" panose="02010600030101010101" pitchFamily="2" charset="-122"/>
                <a:ea typeface="宋体" panose="02010600030101010101" pitchFamily="2" charset="-122"/>
              </a:rPr>
              <a:t>•a</a:t>
            </a:r>
            <a:r>
              <a:rPr lang="en-US" altLang="zh-CN" sz="2000" baseline="-25000" dirty="0">
                <a:latin typeface="宋体" panose="02010600030101010101" pitchFamily="2" charset="-122"/>
                <a:ea typeface="宋体" panose="02010600030101010101" pitchFamily="2" charset="-122"/>
              </a:rPr>
              <a:t>3 </a:t>
            </a:r>
            <a:r>
              <a:rPr lang="en-US" altLang="zh-CN" sz="2000" dirty="0">
                <a:latin typeface="宋体" panose="02010600030101010101" pitchFamily="2" charset="-122"/>
                <a:ea typeface="宋体" panose="02010600030101010101" pitchFamily="2" charset="-122"/>
              </a:rPr>
              <a:t>+ ... + a</a:t>
            </a:r>
            <a:r>
              <a:rPr lang="en-US" altLang="zh-CN" sz="2000" baseline="-25000" dirty="0">
                <a:latin typeface="宋体" panose="02010600030101010101" pitchFamily="2" charset="-122"/>
                <a:ea typeface="宋体" panose="02010600030101010101" pitchFamily="2" charset="-122"/>
              </a:rPr>
              <a:t>1</a:t>
            </a:r>
            <a:r>
              <a:rPr lang="en-US" altLang="zh-CN" sz="2000" dirty="0">
                <a:latin typeface="宋体" panose="02010600030101010101" pitchFamily="2" charset="-122"/>
                <a:ea typeface="宋体" panose="02010600030101010101" pitchFamily="2" charset="-122"/>
              </a:rPr>
              <a:t>•a</a:t>
            </a:r>
            <a:r>
              <a:rPr lang="en-US" altLang="zh-CN" sz="2000" baseline="-25000" dirty="0">
                <a:latin typeface="宋体" panose="02010600030101010101" pitchFamily="2" charset="-122"/>
                <a:ea typeface="宋体" panose="02010600030101010101" pitchFamily="2" charset="-122"/>
              </a:rPr>
              <a:t>n </a:t>
            </a:r>
            <a:r>
              <a:rPr lang="en-US" altLang="zh-CN" sz="2000" dirty="0">
                <a:latin typeface="宋体" panose="02010600030101010101" pitchFamily="2" charset="-122"/>
                <a:ea typeface="宋体" panose="02010600030101010101" pitchFamily="2" charset="-122"/>
              </a:rPr>
              <a:t>+ a</a:t>
            </a:r>
            <a:r>
              <a:rPr lang="en-US" altLang="zh-CN" sz="2000" baseline="-25000" dirty="0">
                <a:latin typeface="宋体" panose="02010600030101010101" pitchFamily="2" charset="-122"/>
                <a:ea typeface="宋体" panose="02010600030101010101" pitchFamily="2" charset="-122"/>
              </a:rPr>
              <a:t>2</a:t>
            </a:r>
            <a:r>
              <a:rPr lang="en-US" altLang="zh-CN" sz="2000" dirty="0">
                <a:latin typeface="宋体" panose="02010600030101010101" pitchFamily="2" charset="-122"/>
                <a:ea typeface="宋体" panose="02010600030101010101" pitchFamily="2" charset="-122"/>
              </a:rPr>
              <a:t>•a</a:t>
            </a:r>
            <a:r>
              <a:rPr lang="en-US" altLang="zh-CN" sz="2000" baseline="-25000" dirty="0">
                <a:latin typeface="宋体" panose="02010600030101010101" pitchFamily="2" charset="-122"/>
                <a:ea typeface="宋体" panose="02010600030101010101" pitchFamily="2" charset="-122"/>
              </a:rPr>
              <a:t>3 </a:t>
            </a:r>
            <a:r>
              <a:rPr lang="en-US" altLang="zh-CN" sz="2000" dirty="0">
                <a:latin typeface="宋体" panose="02010600030101010101" pitchFamily="2" charset="-122"/>
                <a:ea typeface="宋体" panose="02010600030101010101" pitchFamily="2" charset="-122"/>
              </a:rPr>
              <a:t>+ ... + a</a:t>
            </a:r>
            <a:r>
              <a:rPr lang="en-US" altLang="zh-CN" sz="2000" baseline="-25000" dirty="0">
                <a:latin typeface="宋体" panose="02010600030101010101" pitchFamily="2" charset="-122"/>
                <a:ea typeface="宋体" panose="02010600030101010101" pitchFamily="2" charset="-122"/>
              </a:rPr>
              <a:t>n-2</a:t>
            </a:r>
            <a:r>
              <a:rPr lang="en-US" altLang="zh-CN" sz="2000" dirty="0">
                <a:latin typeface="宋体" panose="02010600030101010101" pitchFamily="2" charset="-122"/>
                <a:ea typeface="宋体" panose="02010600030101010101" pitchFamily="2" charset="-122"/>
              </a:rPr>
              <a:t>•a</a:t>
            </a:r>
            <a:r>
              <a:rPr lang="en-US" altLang="zh-CN" sz="2000" baseline="-25000" dirty="0">
                <a:latin typeface="宋体" panose="02010600030101010101" pitchFamily="2" charset="-122"/>
                <a:ea typeface="宋体" panose="02010600030101010101" pitchFamily="2" charset="-122"/>
              </a:rPr>
              <a:t>n-1 </a:t>
            </a:r>
            <a:r>
              <a:rPr lang="en-US" altLang="zh-CN" sz="2000" dirty="0">
                <a:latin typeface="宋体" panose="02010600030101010101" pitchFamily="2" charset="-122"/>
                <a:ea typeface="宋体" panose="02010600030101010101" pitchFamily="2" charset="-122"/>
              </a:rPr>
              <a:t>+ a</a:t>
            </a:r>
            <a:r>
              <a:rPr lang="en-US" altLang="zh-CN" sz="2000" baseline="-25000" dirty="0">
                <a:latin typeface="宋体" panose="02010600030101010101" pitchFamily="2" charset="-122"/>
                <a:ea typeface="宋体" panose="02010600030101010101" pitchFamily="2" charset="-122"/>
              </a:rPr>
              <a:t>n-2</a:t>
            </a:r>
            <a:r>
              <a:rPr lang="en-US" altLang="zh-CN" sz="2000" dirty="0">
                <a:latin typeface="宋体" panose="02010600030101010101" pitchFamily="2" charset="-122"/>
                <a:ea typeface="宋体" panose="02010600030101010101" pitchFamily="2" charset="-122"/>
              </a:rPr>
              <a:t>•a</a:t>
            </a:r>
            <a:r>
              <a:rPr lang="en-US" altLang="zh-CN" sz="2000" baseline="-25000" dirty="0">
                <a:latin typeface="宋体" panose="02010600030101010101" pitchFamily="2" charset="-122"/>
                <a:ea typeface="宋体" panose="02010600030101010101" pitchFamily="2" charset="-122"/>
              </a:rPr>
              <a:t>n </a:t>
            </a:r>
            <a:r>
              <a:rPr lang="en-US" altLang="zh-CN" sz="2000" dirty="0">
                <a:latin typeface="宋体" panose="02010600030101010101" pitchFamily="2" charset="-122"/>
                <a:ea typeface="宋体" panose="02010600030101010101" pitchFamily="2" charset="-122"/>
              </a:rPr>
              <a:t>+ a</a:t>
            </a:r>
            <a:r>
              <a:rPr lang="en-US" altLang="zh-CN" sz="2000" baseline="-25000" dirty="0">
                <a:latin typeface="宋体" panose="02010600030101010101" pitchFamily="2" charset="-122"/>
                <a:ea typeface="宋体" panose="02010600030101010101" pitchFamily="2" charset="-122"/>
              </a:rPr>
              <a:t>n-1</a:t>
            </a:r>
            <a:r>
              <a:rPr lang="en-US" altLang="zh-CN" sz="2000" dirty="0">
                <a:latin typeface="宋体" panose="02010600030101010101" pitchFamily="2" charset="-122"/>
                <a:ea typeface="宋体" panose="02010600030101010101" pitchFamily="2" charset="-122"/>
              </a:rPr>
              <a:t>•a</a:t>
            </a:r>
            <a:r>
              <a:rPr lang="en-US" altLang="zh-CN" sz="2000" baseline="-25000" dirty="0">
                <a:latin typeface="宋体" panose="02010600030101010101" pitchFamily="2" charset="-122"/>
                <a:ea typeface="宋体" panose="02010600030101010101" pitchFamily="2" charset="-122"/>
              </a:rPr>
              <a:t>n</a:t>
            </a:r>
            <a:endParaRPr lang="en-US" altLang="zh-CN" sz="2000" dirty="0">
              <a:latin typeface="宋体" panose="02010600030101010101" pitchFamily="2" charset="-122"/>
              <a:ea typeface="宋体" panose="02010600030101010101" pitchFamily="2" charset="-122"/>
            </a:endParaRPr>
          </a:p>
          <a:p>
            <a:pPr marL="0" indent="0">
              <a:lnSpc>
                <a:spcPct val="160000"/>
              </a:lnSpc>
              <a:spcBef>
                <a:spcPts val="0"/>
              </a:spcBef>
              <a:buNone/>
            </a:pPr>
            <a:r>
              <a:rPr lang="zh-CN" altLang="en-US" sz="2400" dirty="0">
                <a:solidFill>
                  <a:srgbClr val="0070C0"/>
                </a:solidFill>
                <a:latin typeface="微软雅黑" panose="020B0503020204020204" pitchFamily="34" charset="-122"/>
                <a:ea typeface="微软雅黑" panose="020B0503020204020204" pitchFamily="34" charset="-122"/>
              </a:rPr>
              <a:t>输入：</a:t>
            </a:r>
            <a:r>
              <a:rPr lang="zh-CN" altLang="en-US" sz="2400" dirty="0">
                <a:latin typeface="微软雅黑" panose="020B0503020204020204" pitchFamily="34" charset="-122"/>
                <a:ea typeface="微软雅黑" panose="020B0503020204020204" pitchFamily="34" charset="-122"/>
              </a:rPr>
              <a:t>第一行包含一个整数</a:t>
            </a:r>
            <a:r>
              <a:rPr lang="en-US" altLang="zh-CN" sz="2400" dirty="0">
                <a:latin typeface="微软雅黑" panose="020B0503020204020204" pitchFamily="34" charset="-122"/>
                <a:ea typeface="微软雅黑" panose="020B0503020204020204" pitchFamily="34" charset="-122"/>
              </a:rPr>
              <a:t>n</a:t>
            </a:r>
            <a:r>
              <a:rPr lang="zh-CN" altLang="en-US" sz="2400" dirty="0">
                <a:latin typeface="微软雅黑" panose="020B0503020204020204" pitchFamily="34" charset="-122"/>
                <a:ea typeface="微软雅黑" panose="020B0503020204020204" pitchFamily="34" charset="-122"/>
              </a:rPr>
              <a:t>，第二行包含</a:t>
            </a:r>
            <a:r>
              <a:rPr lang="en-US" altLang="zh-CN" sz="2400" dirty="0">
                <a:latin typeface="微软雅黑" panose="020B0503020204020204" pitchFamily="34" charset="-122"/>
                <a:ea typeface="微软雅黑" panose="020B0503020204020204" pitchFamily="34" charset="-122"/>
              </a:rPr>
              <a:t>n</a:t>
            </a:r>
            <a:r>
              <a:rPr lang="zh-CN" altLang="en-US" sz="2400" dirty="0">
                <a:latin typeface="微软雅黑" panose="020B0503020204020204" pitchFamily="34" charset="-122"/>
                <a:ea typeface="微软雅黑" panose="020B0503020204020204" pitchFamily="34" charset="-122"/>
              </a:rPr>
              <a:t>个整数</a:t>
            </a:r>
            <a:r>
              <a:rPr lang="en-US" altLang="zh-CN" sz="2400" dirty="0">
                <a:latin typeface="微软雅黑" panose="020B0503020204020204" pitchFamily="34" charset="-122"/>
                <a:ea typeface="微软雅黑" panose="020B0503020204020204" pitchFamily="34" charset="-122"/>
              </a:rPr>
              <a:t>a</a:t>
            </a:r>
            <a:r>
              <a:rPr lang="en-US" altLang="zh-CN" sz="2400" baseline="-25000" dirty="0">
                <a:latin typeface="微软雅黑" panose="020B0503020204020204" pitchFamily="34" charset="-122"/>
                <a:ea typeface="微软雅黑" panose="020B0503020204020204" pitchFamily="34" charset="-122"/>
              </a:rPr>
              <a:t>1</a:t>
            </a:r>
            <a:r>
              <a:rPr lang="en-US" altLang="zh-CN" sz="2400" dirty="0">
                <a:latin typeface="微软雅黑" panose="020B0503020204020204" pitchFamily="34" charset="-122"/>
                <a:ea typeface="微软雅黑" panose="020B0503020204020204" pitchFamily="34" charset="-122"/>
              </a:rPr>
              <a:t>,a</a:t>
            </a:r>
            <a:r>
              <a:rPr lang="en-US" altLang="zh-CN" sz="2400" baseline="-25000" dirty="0">
                <a:latin typeface="微软雅黑" panose="020B0503020204020204" pitchFamily="34" charset="-122"/>
                <a:ea typeface="微软雅黑" panose="020B0503020204020204" pitchFamily="34" charset="-122"/>
              </a:rPr>
              <a:t>2</a:t>
            </a:r>
            <a:r>
              <a:rPr lang="en-US" altLang="zh-CN" sz="2400" dirty="0">
                <a:latin typeface="微软雅黑" panose="020B0503020204020204" pitchFamily="34" charset="-122"/>
                <a:ea typeface="微软雅黑" panose="020B0503020204020204" pitchFamily="34" charset="-122"/>
              </a:rPr>
              <a:t>,…,a</a:t>
            </a:r>
            <a:r>
              <a:rPr lang="en-US" altLang="zh-CN" sz="2400" baseline="-25000" dirty="0">
                <a:latin typeface="微软雅黑" panose="020B0503020204020204" pitchFamily="34" charset="-122"/>
                <a:ea typeface="微软雅黑" panose="020B0503020204020204" pitchFamily="34" charset="-122"/>
              </a:rPr>
              <a:t>n</a:t>
            </a:r>
            <a:r>
              <a:rPr lang="zh-CN" altLang="en-US"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a:p>
            <a:pPr marL="0" indent="0">
              <a:lnSpc>
                <a:spcPct val="160000"/>
              </a:lnSpc>
              <a:spcBef>
                <a:spcPts val="0"/>
              </a:spcBef>
              <a:buNone/>
            </a:pPr>
            <a:r>
              <a:rPr lang="zh-CN" altLang="en-US" sz="2400" dirty="0">
                <a:solidFill>
                  <a:srgbClr val="0070C0"/>
                </a:solidFill>
                <a:latin typeface="微软雅黑" panose="020B0503020204020204" pitchFamily="34" charset="-122"/>
                <a:ea typeface="微软雅黑" panose="020B0503020204020204" pitchFamily="34" charset="-122"/>
              </a:rPr>
              <a:t>输出：</a:t>
            </a:r>
            <a:r>
              <a:rPr lang="zh-CN" altLang="en-US" sz="2400" dirty="0">
                <a:latin typeface="微软雅黑" panose="020B0503020204020204" pitchFamily="34" charset="-122"/>
                <a:ea typeface="微软雅黑" panose="020B0503020204020204" pitchFamily="34" charset="-122"/>
              </a:rPr>
              <a:t>输出一个整数</a:t>
            </a:r>
            <a:r>
              <a:rPr lang="en-US" altLang="zh-CN" sz="2400" dirty="0">
                <a:latin typeface="微软雅黑" panose="020B0503020204020204" pitchFamily="34" charset="-122"/>
                <a:ea typeface="微软雅黑" panose="020B0503020204020204" pitchFamily="34" charset="-122"/>
              </a:rPr>
              <a:t>S</a:t>
            </a:r>
            <a:r>
              <a:rPr lang="zh-CN" altLang="en-US" sz="2400" dirty="0">
                <a:latin typeface="微软雅黑" panose="020B0503020204020204" pitchFamily="34" charset="-122"/>
                <a:ea typeface="微软雅黑" panose="020B0503020204020204" pitchFamily="34" charset="-122"/>
              </a:rPr>
              <a:t>，表示所求的和。使用合适的数据类型进行运算。</a:t>
            </a:r>
            <a:endParaRPr lang="en-US" altLang="zh-CN" sz="2400" dirty="0">
              <a:latin typeface="微软雅黑" panose="020B0503020204020204" pitchFamily="34" charset="-122"/>
              <a:ea typeface="微软雅黑" panose="020B0503020204020204" pitchFamily="34" charset="-122"/>
            </a:endParaRPr>
          </a:p>
          <a:p>
            <a:pPr marL="0" indent="0">
              <a:lnSpc>
                <a:spcPct val="160000"/>
              </a:lnSpc>
              <a:spcBef>
                <a:spcPts val="0"/>
              </a:spcBef>
              <a:buNone/>
            </a:pPr>
            <a:r>
              <a:rPr lang="zh-CN" altLang="en-US" sz="2400" dirty="0">
                <a:solidFill>
                  <a:srgbClr val="FF0000"/>
                </a:solidFill>
                <a:latin typeface="微软雅黑" panose="020B0503020204020204" pitchFamily="34" charset="-122"/>
                <a:ea typeface="微软雅黑" panose="020B0503020204020204" pitchFamily="34" charset="-122"/>
              </a:rPr>
              <a:t>评测用例规模与约定：</a:t>
            </a:r>
            <a:r>
              <a:rPr lang="zh-CN" altLang="en-US" sz="2400" dirty="0">
                <a:latin typeface="微软雅黑" panose="020B0503020204020204" pitchFamily="34" charset="-122"/>
                <a:ea typeface="微软雅黑" panose="020B0503020204020204" pitchFamily="34" charset="-122"/>
              </a:rPr>
              <a:t>对于</a:t>
            </a:r>
            <a:r>
              <a:rPr lang="en-US" altLang="zh-CN" sz="2400" dirty="0">
                <a:latin typeface="微软雅黑" panose="020B0503020204020204" pitchFamily="34" charset="-122"/>
                <a:ea typeface="微软雅黑" panose="020B0503020204020204" pitchFamily="34" charset="-122"/>
              </a:rPr>
              <a:t>30%</a:t>
            </a:r>
            <a:r>
              <a:rPr lang="zh-CN" altLang="en-US" sz="2400" dirty="0">
                <a:latin typeface="微软雅黑" panose="020B0503020204020204" pitchFamily="34" charset="-122"/>
                <a:ea typeface="微软雅黑" panose="020B0503020204020204" pitchFamily="34" charset="-122"/>
              </a:rPr>
              <a:t>的数据，</a:t>
            </a:r>
            <a:r>
              <a:rPr lang="en-US" altLang="zh-CN" sz="2400" dirty="0">
                <a:latin typeface="微软雅黑" panose="020B0503020204020204" pitchFamily="34" charset="-122"/>
                <a:ea typeface="微软雅黑" panose="020B0503020204020204" pitchFamily="34" charset="-122"/>
              </a:rPr>
              <a:t>1 ≤ n</a:t>
            </a:r>
            <a:r>
              <a:rPr lang="zh-CN" altLang="en-US" sz="2400" dirty="0">
                <a:latin typeface="微软雅黑" panose="020B0503020204020204" pitchFamily="34" charset="-122"/>
                <a:ea typeface="微软雅黑" panose="020B0503020204020204" pitchFamily="34" charset="-122"/>
              </a:rPr>
              <a:t> ≤ </a:t>
            </a:r>
            <a:r>
              <a:rPr lang="en-US" altLang="zh-CN" sz="2400" dirty="0">
                <a:latin typeface="微软雅黑" panose="020B0503020204020204" pitchFamily="34" charset="-122"/>
                <a:ea typeface="微软雅黑" panose="020B0503020204020204" pitchFamily="34" charset="-122"/>
              </a:rPr>
              <a:t>1000</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1 ≤ </a:t>
            </a:r>
            <a:r>
              <a:rPr lang="en-US" altLang="zh-CN" sz="2400" dirty="0" err="1">
                <a:latin typeface="微软雅黑" panose="020B0503020204020204" pitchFamily="34" charset="-122"/>
                <a:ea typeface="微软雅黑" panose="020B0503020204020204" pitchFamily="34" charset="-122"/>
              </a:rPr>
              <a:t>a</a:t>
            </a:r>
            <a:r>
              <a:rPr lang="en-US" altLang="zh-CN" sz="2400" baseline="-25000" dirty="0" err="1">
                <a:latin typeface="微软雅黑" panose="020B0503020204020204" pitchFamily="34" charset="-122"/>
                <a:ea typeface="微软雅黑" panose="020B0503020204020204" pitchFamily="34" charset="-122"/>
              </a:rPr>
              <a:t>i</a:t>
            </a:r>
            <a:r>
              <a:rPr lang="en-US" altLang="zh-CN" sz="2400" baseline="-250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100</a:t>
            </a:r>
            <a:r>
              <a:rPr lang="zh-CN" altLang="en-US" sz="2400" dirty="0">
                <a:latin typeface="微软雅黑" panose="020B0503020204020204" pitchFamily="34" charset="-122"/>
                <a:ea typeface="微软雅黑" panose="020B0503020204020204" pitchFamily="34" charset="-122"/>
              </a:rPr>
              <a:t>。对于所有评测用例，</a:t>
            </a:r>
            <a:r>
              <a:rPr lang="en-US" altLang="zh-CN" sz="2400" dirty="0">
                <a:latin typeface="微软雅黑" panose="020B0503020204020204" pitchFamily="34" charset="-122"/>
                <a:ea typeface="微软雅黑" panose="020B0503020204020204" pitchFamily="34" charset="-122"/>
              </a:rPr>
              <a:t>1 ≤ n</a:t>
            </a:r>
            <a:r>
              <a:rPr lang="zh-CN" altLang="en-US" sz="2400" dirty="0">
                <a:latin typeface="微软雅黑" panose="020B0503020204020204" pitchFamily="34" charset="-122"/>
                <a:ea typeface="微软雅黑" panose="020B0503020204020204" pitchFamily="34" charset="-122"/>
              </a:rPr>
              <a:t> ≤ </a:t>
            </a:r>
            <a:r>
              <a:rPr lang="en-US" altLang="zh-CN" sz="2400" dirty="0">
                <a:latin typeface="微软雅黑" panose="020B0503020204020204" pitchFamily="34" charset="-122"/>
                <a:ea typeface="微软雅黑" panose="020B0503020204020204" pitchFamily="34" charset="-122"/>
              </a:rPr>
              <a:t>200000</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1 ≤ </a:t>
            </a:r>
            <a:r>
              <a:rPr lang="en-US" altLang="zh-CN" sz="2400" dirty="0" err="1">
                <a:latin typeface="微软雅黑" panose="020B0503020204020204" pitchFamily="34" charset="-122"/>
                <a:ea typeface="微软雅黑" panose="020B0503020204020204" pitchFamily="34" charset="-122"/>
              </a:rPr>
              <a:t>a</a:t>
            </a:r>
            <a:r>
              <a:rPr lang="en-US" altLang="zh-CN" sz="2400" baseline="-25000" dirty="0" err="1">
                <a:latin typeface="微软雅黑" panose="020B0503020204020204" pitchFamily="34" charset="-122"/>
                <a:ea typeface="微软雅黑" panose="020B0503020204020204" pitchFamily="34" charset="-122"/>
              </a:rPr>
              <a:t>i</a:t>
            </a:r>
            <a:r>
              <a:rPr lang="en-US" altLang="zh-CN" sz="2400" baseline="-250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 </a:t>
            </a:r>
            <a:r>
              <a:rPr lang="en-US" altLang="zh-CN" sz="2400" dirty="0">
                <a:latin typeface="微软雅黑" panose="020B0503020204020204" pitchFamily="34" charset="-122"/>
                <a:ea typeface="微软雅黑" panose="020B0503020204020204" pitchFamily="34" charset="-122"/>
              </a:rPr>
              <a:t>1000</a:t>
            </a:r>
            <a:r>
              <a:rPr lang="zh-CN" altLang="en-US" sz="2400" dirty="0">
                <a:latin typeface="微软雅黑" panose="020B0503020204020204" pitchFamily="34" charset="-122"/>
                <a:ea typeface="微软雅黑" panose="020B0503020204020204" pitchFamily="34" charset="-122"/>
              </a:rPr>
              <a:t>。</a:t>
            </a:r>
          </a:p>
        </p:txBody>
      </p:sp>
    </p:spTree>
  </p:cSld>
  <p:clrMapOvr>
    <a:masterClrMapping/>
  </p:clrMapOvr>
  <mc:AlternateContent xmlns:mc="http://schemas.openxmlformats.org/markup-compatibility/2006" xmlns:p14="http://schemas.microsoft.com/office/powerpoint/2010/main">
    <mc:Choice Requires="p14">
      <p:transition spd="slow" p14:dur="2000" advTm="102542"/>
    </mc:Choice>
    <mc:Fallback xmlns="">
      <p:transition spd="slow" advTm="102542"/>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Rectangle 2"/>
          <p:cNvSpPr txBox="1">
            <a:spLocks noChangeArrowheads="1"/>
          </p:cNvSpPr>
          <p:nvPr/>
        </p:nvSpPr>
        <p:spPr>
          <a:xfrm>
            <a:off x="681165" y="401863"/>
            <a:ext cx="10454100" cy="886502"/>
          </a:xfrm>
          <a:prstGeom prst="rect">
            <a:avLst/>
          </a:prstGeom>
          <a:noFill/>
          <a:ln w="9525">
            <a:noFill/>
            <a:miter lim="800000"/>
          </a:ln>
        </p:spPr>
        <p:txBody>
          <a:bodyPr vert="horz" wrap="square" lIns="91440" tIns="45720" rIns="91440" bIns="45720" numCol="1" anchor="b" anchorCtr="0" compatLnSpc="1"/>
          <a:lstStyle>
            <a:defPPr>
              <a:defRPr lang="en-US"/>
            </a:defPPr>
            <a:lvl1pPr algn="ctr" eaLnBrk="0" hangingPunct="0">
              <a:defRPr sz="5000">
                <a:solidFill>
                  <a:srgbClr val="CC0000"/>
                </a:solidFill>
                <a:effectLst>
                  <a:outerShdw blurRad="38100" dist="38100" dir="2700000" algn="tl">
                    <a:srgbClr val="000000">
                      <a:alpha val="43137"/>
                    </a:srgbClr>
                  </a:outerShdw>
                </a:effectLst>
                <a:latin typeface="+mn-lt"/>
                <a:ea typeface="+mj-ea"/>
                <a:cs typeface="+mj-cs"/>
              </a:defRPr>
            </a:lvl1pPr>
            <a:lvl2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2pPr>
            <a:lvl3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3pPr>
            <a:lvl4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4pPr>
            <a:lvl5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5pPr>
            <a:lvl6pPr marL="4572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6pPr>
            <a:lvl7pPr marL="9144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7pPr>
            <a:lvl8pPr marL="13716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8pPr>
            <a:lvl9pPr marL="18288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9pPr>
          </a:lstStyle>
          <a:p>
            <a:pPr algn="l"/>
            <a:r>
              <a:rPr lang="zh-CN" altLang="en-US" sz="3200" dirty="0">
                <a:solidFill>
                  <a:srgbClr val="0070C0"/>
                </a:solidFill>
                <a:effectLst/>
                <a:latin typeface="微软雅黑" panose="020B0503020204020204" pitchFamily="34" charset="-122"/>
                <a:ea typeface="微软雅黑" panose="020B0503020204020204" pitchFamily="34" charset="-122"/>
              </a:rPr>
              <a:t>代码</a:t>
            </a:r>
            <a:r>
              <a:rPr lang="en-US" altLang="zh-CN" sz="3200" dirty="0">
                <a:solidFill>
                  <a:srgbClr val="0070C0"/>
                </a:solidFill>
                <a:effectLst/>
                <a:latin typeface="微软雅黑" panose="020B0503020204020204" pitchFamily="34" charset="-122"/>
                <a:ea typeface="微软雅黑" panose="020B0503020204020204" pitchFamily="34" charset="-122"/>
              </a:rPr>
              <a:t>1</a:t>
            </a:r>
            <a:r>
              <a:rPr lang="zh-CN" altLang="en-US" sz="3200" dirty="0">
                <a:solidFill>
                  <a:srgbClr val="0070C0"/>
                </a:solidFill>
                <a:effectLst/>
                <a:latin typeface="微软雅黑" panose="020B0503020204020204" pitchFamily="34" charset="-122"/>
                <a:ea typeface="微软雅黑" panose="020B0503020204020204" pitchFamily="34" charset="-122"/>
              </a:rPr>
              <a:t>：</a:t>
            </a:r>
            <a:r>
              <a:rPr lang="en-US" altLang="zh-CN" sz="3200" dirty="0">
                <a:solidFill>
                  <a:srgbClr val="0070C0"/>
                </a:solidFill>
                <a:effectLst/>
                <a:latin typeface="微软雅黑" panose="020B0503020204020204" pitchFamily="34" charset="-122"/>
                <a:ea typeface="微软雅黑" panose="020B0503020204020204" pitchFamily="34" charset="-122"/>
              </a:rPr>
              <a:t>30%</a:t>
            </a:r>
            <a:r>
              <a:rPr lang="zh-CN" altLang="en-US" sz="3200" dirty="0">
                <a:solidFill>
                  <a:srgbClr val="0070C0"/>
                </a:solidFill>
                <a:effectLst/>
                <a:latin typeface="微软雅黑" panose="020B0503020204020204" pitchFamily="34" charset="-122"/>
                <a:ea typeface="微软雅黑" panose="020B0503020204020204" pitchFamily="34" charset="-122"/>
              </a:rPr>
              <a:t>得分</a:t>
            </a:r>
          </a:p>
        </p:txBody>
      </p:sp>
      <p:sp>
        <p:nvSpPr>
          <p:cNvPr id="2" name="灯片编号占位符 1"/>
          <p:cNvSpPr>
            <a:spLocks noGrp="1"/>
          </p:cNvSpPr>
          <p:nvPr>
            <p:ph type="sldNum" sz="quarter" idx="12"/>
          </p:nvPr>
        </p:nvSpPr>
        <p:spPr/>
        <p:txBody>
          <a:bodyPr vert="horz" lIns="91440" tIns="45720" rIns="91440" bIns="45720" rtlCol="0" anchor="ctr"/>
          <a:lstStyle/>
          <a:p>
            <a:fld id="{217794D7-36C4-4E93-AE7A-0CAF6AF174FC}" type="slidenum">
              <a:rPr lang="zh-CN" altLang="en-US" b="0" smtClean="0">
                <a:solidFill>
                  <a:schemeClr val="tx1"/>
                </a:solidFill>
              </a:rPr>
              <a:t>27</a:t>
            </a:fld>
            <a:endParaRPr lang="en-US" altLang="zh-CN" b="0" dirty="0">
              <a:solidFill>
                <a:schemeClr val="tx1"/>
              </a:solidFill>
            </a:endParaRPr>
          </a:p>
        </p:txBody>
      </p:sp>
      <p:sp>
        <p:nvSpPr>
          <p:cNvPr id="21" name="内容占位符 2"/>
          <p:cNvSpPr txBox="1"/>
          <p:nvPr/>
        </p:nvSpPr>
        <p:spPr>
          <a:xfrm>
            <a:off x="598620" y="1443835"/>
            <a:ext cx="3970330" cy="414644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60000"/>
              </a:lnSpc>
              <a:spcBef>
                <a:spcPts val="0"/>
              </a:spcBef>
              <a:buFont typeface="Wingdings" panose="05000000000000000000" pitchFamily="2" charset="2"/>
              <a:buChar char="ü"/>
            </a:pPr>
            <a:r>
              <a:rPr lang="zh-CN" altLang="en-US" sz="2400" dirty="0">
                <a:latin typeface="微软雅黑" panose="020B0503020204020204" pitchFamily="34" charset="-122"/>
                <a:ea typeface="微软雅黑" panose="020B0503020204020204" pitchFamily="34" charset="-122"/>
              </a:rPr>
              <a:t>直接按题目给的公式算，用两个</a:t>
            </a:r>
            <a:r>
              <a:rPr lang="en-US" altLang="zh-CN" sz="2400" dirty="0">
                <a:latin typeface="微软雅黑" panose="020B0503020204020204" pitchFamily="34" charset="-122"/>
                <a:ea typeface="微软雅黑" panose="020B0503020204020204" pitchFamily="34" charset="-122"/>
              </a:rPr>
              <a:t>for</a:t>
            </a:r>
            <a:r>
              <a:rPr lang="zh-CN" altLang="en-US" sz="2400" dirty="0">
                <a:latin typeface="微软雅黑" panose="020B0503020204020204" pitchFamily="34" charset="-122"/>
                <a:ea typeface="微软雅黑" panose="020B0503020204020204" pitchFamily="34" charset="-122"/>
              </a:rPr>
              <a:t>循环实现。</a:t>
            </a:r>
            <a:endParaRPr lang="en-US" altLang="zh-CN" sz="2400" dirty="0">
              <a:latin typeface="微软雅黑" panose="020B0503020204020204" pitchFamily="34" charset="-122"/>
              <a:ea typeface="微软雅黑" panose="020B0503020204020204" pitchFamily="34" charset="-122"/>
            </a:endParaRPr>
          </a:p>
          <a:p>
            <a:pPr>
              <a:lnSpc>
                <a:spcPct val="160000"/>
              </a:lnSpc>
              <a:spcBef>
                <a:spcPts val="0"/>
              </a:spcBef>
              <a:buFont typeface="Wingdings" panose="05000000000000000000" pitchFamily="2" charset="2"/>
              <a:buChar char="ü"/>
            </a:pPr>
            <a:r>
              <a:rPr lang="zh-CN" altLang="en-US" sz="2400" dirty="0">
                <a:latin typeface="微软雅黑" panose="020B0503020204020204" pitchFamily="34" charset="-122"/>
                <a:ea typeface="微软雅黑" panose="020B0503020204020204" pitchFamily="34" charset="-122"/>
              </a:rPr>
              <a:t>称为模拟，就是模拟题目的要求，简单直接地编码。</a:t>
            </a:r>
            <a:endParaRPr lang="zh-CN" altLang="en-US" sz="2000" dirty="0">
              <a:latin typeface="微软雅黑" panose="020B0503020204020204" pitchFamily="34" charset="-122"/>
              <a:ea typeface="微软雅黑" panose="020B0503020204020204" pitchFamily="34" charset="-122"/>
            </a:endParaRPr>
          </a:p>
        </p:txBody>
      </p:sp>
      <p:sp>
        <p:nvSpPr>
          <p:cNvPr id="3" name="矩形 2"/>
          <p:cNvSpPr/>
          <p:nvPr/>
        </p:nvSpPr>
        <p:spPr>
          <a:xfrm>
            <a:off x="4568570" y="833320"/>
            <a:ext cx="6554115" cy="4401205"/>
          </a:xfrm>
          <a:prstGeom prst="rect">
            <a:avLst/>
          </a:prstGeom>
          <a:ln w="12700" cmpd="sng">
            <a:solidFill>
              <a:schemeClr val="accent1">
                <a:shade val="50000"/>
              </a:schemeClr>
            </a:solidFill>
            <a:prstDash val="solid"/>
          </a:ln>
        </p:spPr>
        <p:txBody>
          <a:bodyPr wrap="square">
            <a:spAutoFit/>
          </a:bodyPr>
          <a:lstStyle/>
          <a:p>
            <a:pPr marL="0" marR="0" indent="266700" algn="just">
              <a:spcBef>
                <a:spcPts val="0"/>
              </a:spcBef>
              <a:spcAft>
                <a:spcPts val="0"/>
              </a:spcAft>
            </a:pPr>
            <a:r>
              <a:rPr lang="en-US" altLang="zh-CN" b="0" kern="2200" dirty="0">
                <a:solidFill>
                  <a:schemeClr val="tx1"/>
                </a:solidFill>
                <a:latin typeface="宋体" panose="02010600030101010101" pitchFamily="2" charset="-122"/>
                <a:ea typeface="宋体" panose="02010600030101010101" pitchFamily="2" charset="-122"/>
              </a:rPr>
              <a:t>#include&lt;</a:t>
            </a:r>
            <a:r>
              <a:rPr lang="en-US" altLang="zh-CN" b="0" kern="2200" dirty="0" err="1">
                <a:solidFill>
                  <a:schemeClr val="tx1"/>
                </a:solidFill>
                <a:latin typeface="宋体" panose="02010600030101010101" pitchFamily="2" charset="-122"/>
                <a:ea typeface="宋体" panose="02010600030101010101" pitchFamily="2" charset="-122"/>
              </a:rPr>
              <a:t>stdio.h</a:t>
            </a:r>
            <a:r>
              <a:rPr lang="en-US" altLang="zh-CN" b="0" kern="2200" dirty="0">
                <a:solidFill>
                  <a:schemeClr val="tx1"/>
                </a:solidFill>
                <a:latin typeface="宋体" panose="02010600030101010101" pitchFamily="2" charset="-122"/>
                <a:ea typeface="宋体" panose="02010600030101010101" pitchFamily="2" charset="-122"/>
              </a:rPr>
              <a:t>&gt;</a:t>
            </a:r>
          </a:p>
          <a:p>
            <a:pPr marL="0" marR="0" indent="266700" algn="just">
              <a:spcBef>
                <a:spcPts val="0"/>
              </a:spcBef>
              <a:spcAft>
                <a:spcPts val="0"/>
              </a:spcAft>
            </a:pPr>
            <a:r>
              <a:rPr lang="en-US" altLang="zh-CN" b="0" kern="2200" dirty="0" err="1">
                <a:solidFill>
                  <a:schemeClr val="tx1"/>
                </a:solidFill>
                <a:latin typeface="宋体" panose="02010600030101010101" pitchFamily="2" charset="-122"/>
                <a:ea typeface="宋体" panose="02010600030101010101" pitchFamily="2" charset="-122"/>
              </a:rPr>
              <a:t>int</a:t>
            </a:r>
            <a:r>
              <a:rPr lang="en-US" altLang="zh-CN" b="0" kern="2200" dirty="0">
                <a:solidFill>
                  <a:schemeClr val="tx1"/>
                </a:solidFill>
                <a:latin typeface="宋体" panose="02010600030101010101" pitchFamily="2" charset="-122"/>
                <a:ea typeface="宋体" panose="02010600030101010101" pitchFamily="2" charset="-122"/>
              </a:rPr>
              <a:t> a[200010];</a:t>
            </a:r>
          </a:p>
          <a:p>
            <a:pPr marL="0" marR="0" indent="266700" algn="just">
              <a:spcBef>
                <a:spcPts val="0"/>
              </a:spcBef>
              <a:spcAft>
                <a:spcPts val="0"/>
              </a:spcAft>
            </a:pPr>
            <a:r>
              <a:rPr lang="en-US" altLang="zh-CN" b="0" kern="2200" dirty="0" err="1">
                <a:solidFill>
                  <a:schemeClr val="tx1"/>
                </a:solidFill>
                <a:latin typeface="宋体" panose="02010600030101010101" pitchFamily="2" charset="-122"/>
                <a:ea typeface="宋体" panose="02010600030101010101" pitchFamily="2" charset="-122"/>
              </a:rPr>
              <a:t>int</a:t>
            </a:r>
            <a:r>
              <a:rPr lang="en-US" altLang="zh-CN" b="0" kern="2200" dirty="0">
                <a:solidFill>
                  <a:schemeClr val="tx1"/>
                </a:solidFill>
                <a:latin typeface="宋体" panose="02010600030101010101" pitchFamily="2" charset="-122"/>
                <a:ea typeface="宋体" panose="02010600030101010101" pitchFamily="2" charset="-122"/>
              </a:rPr>
              <a:t> main(){</a:t>
            </a:r>
          </a:p>
          <a:p>
            <a:pPr marL="0" marR="0" indent="266700" algn="just">
              <a:spcBef>
                <a:spcPts val="0"/>
              </a:spcBef>
              <a:spcAft>
                <a:spcPts val="0"/>
              </a:spcAft>
            </a:pPr>
            <a:r>
              <a:rPr lang="en-US" altLang="zh-CN" b="0" kern="2200" dirty="0">
                <a:solidFill>
                  <a:schemeClr val="tx1"/>
                </a:solidFill>
                <a:latin typeface="宋体" panose="02010600030101010101" pitchFamily="2" charset="-122"/>
                <a:ea typeface="宋体" panose="02010600030101010101" pitchFamily="2" charset="-122"/>
              </a:rPr>
              <a:t>    </a:t>
            </a:r>
            <a:r>
              <a:rPr lang="en-US" altLang="zh-CN" b="0" kern="2200" dirty="0" err="1">
                <a:solidFill>
                  <a:schemeClr val="tx1"/>
                </a:solidFill>
                <a:latin typeface="宋体" panose="02010600030101010101" pitchFamily="2" charset="-122"/>
                <a:ea typeface="宋体" panose="02010600030101010101" pitchFamily="2" charset="-122"/>
              </a:rPr>
              <a:t>int</a:t>
            </a:r>
            <a:r>
              <a:rPr lang="en-US" altLang="zh-CN" b="0" kern="2200" dirty="0">
                <a:solidFill>
                  <a:schemeClr val="tx1"/>
                </a:solidFill>
                <a:latin typeface="宋体" panose="02010600030101010101" pitchFamily="2" charset="-122"/>
                <a:ea typeface="宋体" panose="02010600030101010101" pitchFamily="2" charset="-122"/>
              </a:rPr>
              <a:t> n;</a:t>
            </a:r>
          </a:p>
          <a:p>
            <a:pPr marL="0" marR="0" indent="266700" algn="just">
              <a:spcBef>
                <a:spcPts val="0"/>
              </a:spcBef>
              <a:spcAft>
                <a:spcPts val="0"/>
              </a:spcAft>
            </a:pPr>
            <a:r>
              <a:rPr lang="en-US" altLang="zh-CN" b="0" kern="2200" dirty="0">
                <a:solidFill>
                  <a:schemeClr val="tx1"/>
                </a:solidFill>
                <a:latin typeface="宋体" panose="02010600030101010101" pitchFamily="2" charset="-122"/>
                <a:ea typeface="宋体" panose="02010600030101010101" pitchFamily="2" charset="-122"/>
              </a:rPr>
              <a:t>    </a:t>
            </a:r>
            <a:r>
              <a:rPr lang="en-US" altLang="zh-CN" b="0" kern="2200" dirty="0" err="1">
                <a:solidFill>
                  <a:schemeClr val="tx1"/>
                </a:solidFill>
                <a:latin typeface="宋体" panose="02010600030101010101" pitchFamily="2" charset="-122"/>
                <a:ea typeface="宋体" panose="02010600030101010101" pitchFamily="2" charset="-122"/>
              </a:rPr>
              <a:t>scanf</a:t>
            </a:r>
            <a:r>
              <a:rPr lang="en-US" altLang="zh-CN" b="0" kern="2200" dirty="0">
                <a:solidFill>
                  <a:schemeClr val="tx1"/>
                </a:solidFill>
                <a:latin typeface="宋体" panose="02010600030101010101" pitchFamily="2" charset="-122"/>
                <a:ea typeface="宋体" panose="02010600030101010101" pitchFamily="2" charset="-122"/>
              </a:rPr>
              <a:t>("%</a:t>
            </a:r>
            <a:r>
              <a:rPr lang="en-US" altLang="zh-CN" b="0" kern="2200" dirty="0" err="1">
                <a:solidFill>
                  <a:schemeClr val="tx1"/>
                </a:solidFill>
                <a:latin typeface="宋体" panose="02010600030101010101" pitchFamily="2" charset="-122"/>
                <a:ea typeface="宋体" panose="02010600030101010101" pitchFamily="2" charset="-122"/>
              </a:rPr>
              <a:t>d",&amp;n</a:t>
            </a:r>
            <a:r>
              <a:rPr lang="en-US" altLang="zh-CN" b="0" kern="2200" dirty="0">
                <a:solidFill>
                  <a:schemeClr val="tx1"/>
                </a:solidFill>
                <a:latin typeface="宋体" panose="02010600030101010101" pitchFamily="2" charset="-122"/>
                <a:ea typeface="宋体" panose="02010600030101010101" pitchFamily="2" charset="-122"/>
              </a:rPr>
              <a:t>);</a:t>
            </a:r>
          </a:p>
          <a:p>
            <a:pPr marL="0" marR="0" indent="266700" algn="just">
              <a:spcBef>
                <a:spcPts val="0"/>
              </a:spcBef>
              <a:spcAft>
                <a:spcPts val="0"/>
              </a:spcAft>
            </a:pPr>
            <a:r>
              <a:rPr lang="en-US" altLang="zh-CN" b="0" kern="2200" dirty="0">
                <a:solidFill>
                  <a:schemeClr val="tx1"/>
                </a:solidFill>
                <a:latin typeface="宋体" panose="02010600030101010101" pitchFamily="2" charset="-122"/>
                <a:ea typeface="宋体" panose="02010600030101010101" pitchFamily="2" charset="-122"/>
              </a:rPr>
              <a:t>    for(</a:t>
            </a:r>
            <a:r>
              <a:rPr lang="en-US" altLang="zh-CN" b="0" kern="2200" dirty="0" err="1">
                <a:solidFill>
                  <a:schemeClr val="tx1"/>
                </a:solidFill>
                <a:latin typeface="宋体" panose="02010600030101010101" pitchFamily="2" charset="-122"/>
                <a:ea typeface="宋体" panose="02010600030101010101" pitchFamily="2" charset="-122"/>
              </a:rPr>
              <a:t>int</a:t>
            </a:r>
            <a:r>
              <a:rPr lang="en-US" altLang="zh-CN" b="0" kern="2200" dirty="0">
                <a:solidFill>
                  <a:schemeClr val="tx1"/>
                </a:solidFill>
                <a:latin typeface="宋体" panose="02010600030101010101" pitchFamily="2" charset="-122"/>
                <a:ea typeface="宋体" panose="02010600030101010101" pitchFamily="2" charset="-122"/>
              </a:rPr>
              <a:t> </a:t>
            </a:r>
            <a:r>
              <a:rPr lang="en-US" altLang="zh-CN" b="0" kern="2200" dirty="0" err="1">
                <a:solidFill>
                  <a:schemeClr val="tx1"/>
                </a:solidFill>
                <a:latin typeface="宋体" panose="02010600030101010101" pitchFamily="2" charset="-122"/>
                <a:ea typeface="宋体" panose="02010600030101010101" pitchFamily="2" charset="-122"/>
              </a:rPr>
              <a:t>i</a:t>
            </a:r>
            <a:r>
              <a:rPr lang="en-US" altLang="zh-CN" b="0" kern="2200" dirty="0">
                <a:solidFill>
                  <a:schemeClr val="tx1"/>
                </a:solidFill>
                <a:latin typeface="宋体" panose="02010600030101010101" pitchFamily="2" charset="-122"/>
                <a:ea typeface="宋体" panose="02010600030101010101" pitchFamily="2" charset="-122"/>
              </a:rPr>
              <a:t>=1;i&lt;=</a:t>
            </a:r>
            <a:r>
              <a:rPr lang="en-US" altLang="zh-CN" b="0" kern="2200" dirty="0" err="1">
                <a:solidFill>
                  <a:schemeClr val="tx1"/>
                </a:solidFill>
                <a:latin typeface="宋体" panose="02010600030101010101" pitchFamily="2" charset="-122"/>
                <a:ea typeface="宋体" panose="02010600030101010101" pitchFamily="2" charset="-122"/>
              </a:rPr>
              <a:t>n;i</a:t>
            </a:r>
            <a:r>
              <a:rPr lang="en-US" altLang="zh-CN" b="0" kern="2200" dirty="0">
                <a:solidFill>
                  <a:schemeClr val="tx1"/>
                </a:solidFill>
                <a:latin typeface="宋体" panose="02010600030101010101" pitchFamily="2" charset="-122"/>
                <a:ea typeface="宋体" panose="02010600030101010101" pitchFamily="2" charset="-122"/>
              </a:rPr>
              <a:t>++)   </a:t>
            </a:r>
          </a:p>
          <a:p>
            <a:pPr marL="0" marR="0" indent="266700" algn="just">
              <a:spcBef>
                <a:spcPts val="0"/>
              </a:spcBef>
              <a:spcAft>
                <a:spcPts val="0"/>
              </a:spcAft>
            </a:pPr>
            <a:r>
              <a:rPr lang="en-US" altLang="zh-CN" b="0" kern="2200" dirty="0">
                <a:solidFill>
                  <a:schemeClr val="tx1"/>
                </a:solidFill>
                <a:latin typeface="宋体" panose="02010600030101010101" pitchFamily="2" charset="-122"/>
                <a:ea typeface="宋体" panose="02010600030101010101" pitchFamily="2" charset="-122"/>
              </a:rPr>
              <a:t>       </a:t>
            </a:r>
            <a:r>
              <a:rPr lang="en-US" altLang="zh-CN" b="0" kern="2200" dirty="0" err="1">
                <a:solidFill>
                  <a:schemeClr val="tx1"/>
                </a:solidFill>
                <a:latin typeface="宋体" panose="02010600030101010101" pitchFamily="2" charset="-122"/>
                <a:ea typeface="宋体" panose="02010600030101010101" pitchFamily="2" charset="-122"/>
              </a:rPr>
              <a:t>scanf</a:t>
            </a:r>
            <a:r>
              <a:rPr lang="en-US" altLang="zh-CN" b="0" kern="2200" dirty="0">
                <a:solidFill>
                  <a:schemeClr val="tx1"/>
                </a:solidFill>
                <a:latin typeface="宋体" panose="02010600030101010101" pitchFamily="2" charset="-122"/>
                <a:ea typeface="宋体" panose="02010600030101010101" pitchFamily="2" charset="-122"/>
              </a:rPr>
              <a:t>("%</a:t>
            </a:r>
            <a:r>
              <a:rPr lang="en-US" altLang="zh-CN" b="0" kern="2200" dirty="0" err="1">
                <a:solidFill>
                  <a:schemeClr val="tx1"/>
                </a:solidFill>
                <a:latin typeface="宋体" panose="02010600030101010101" pitchFamily="2" charset="-122"/>
                <a:ea typeface="宋体" panose="02010600030101010101" pitchFamily="2" charset="-122"/>
              </a:rPr>
              <a:t>d",&amp;a</a:t>
            </a:r>
            <a:r>
              <a:rPr lang="en-US" altLang="zh-CN" b="0" kern="2200" dirty="0">
                <a:solidFill>
                  <a:schemeClr val="tx1"/>
                </a:solidFill>
                <a:latin typeface="宋体" panose="02010600030101010101" pitchFamily="2" charset="-122"/>
                <a:ea typeface="宋体" panose="02010600030101010101" pitchFamily="2" charset="-122"/>
              </a:rPr>
              <a:t>[</a:t>
            </a:r>
            <a:r>
              <a:rPr lang="en-US" altLang="zh-CN" b="0" kern="2200" dirty="0" err="1">
                <a:solidFill>
                  <a:schemeClr val="tx1"/>
                </a:solidFill>
                <a:latin typeface="宋体" panose="02010600030101010101" pitchFamily="2" charset="-122"/>
                <a:ea typeface="宋体" panose="02010600030101010101" pitchFamily="2" charset="-122"/>
              </a:rPr>
              <a:t>i</a:t>
            </a:r>
            <a:r>
              <a:rPr lang="en-US" altLang="zh-CN" b="0" kern="2200" dirty="0">
                <a:solidFill>
                  <a:schemeClr val="tx1"/>
                </a:solidFill>
                <a:latin typeface="宋体" panose="02010600030101010101" pitchFamily="2" charset="-122"/>
                <a:ea typeface="宋体" panose="02010600030101010101" pitchFamily="2" charset="-122"/>
              </a:rPr>
              <a:t>]);       //</a:t>
            </a:r>
            <a:r>
              <a:rPr lang="zh-CN" altLang="en-US" b="0" kern="2200" dirty="0">
                <a:solidFill>
                  <a:schemeClr val="tx1"/>
                </a:solidFill>
                <a:latin typeface="宋体" panose="02010600030101010101" pitchFamily="2" charset="-122"/>
                <a:ea typeface="宋体" panose="02010600030101010101" pitchFamily="2" charset="-122"/>
              </a:rPr>
              <a:t>输入</a:t>
            </a:r>
            <a:r>
              <a:rPr lang="en-US" altLang="zh-CN" b="0" kern="2200" dirty="0">
                <a:solidFill>
                  <a:schemeClr val="tx1"/>
                </a:solidFill>
                <a:latin typeface="宋体" panose="02010600030101010101" pitchFamily="2" charset="-122"/>
                <a:ea typeface="宋体" panose="02010600030101010101" pitchFamily="2" charset="-122"/>
              </a:rPr>
              <a:t>n</a:t>
            </a:r>
            <a:r>
              <a:rPr lang="zh-CN" altLang="en-US" b="0" kern="2200" dirty="0">
                <a:solidFill>
                  <a:schemeClr val="tx1"/>
                </a:solidFill>
                <a:latin typeface="宋体" panose="02010600030101010101" pitchFamily="2" charset="-122"/>
                <a:ea typeface="宋体" panose="02010600030101010101" pitchFamily="2" charset="-122"/>
              </a:rPr>
              <a:t>个数        </a:t>
            </a:r>
          </a:p>
          <a:p>
            <a:pPr marL="0" marR="0" indent="266700" algn="just">
              <a:spcBef>
                <a:spcPts val="0"/>
              </a:spcBef>
              <a:spcAft>
                <a:spcPts val="0"/>
              </a:spcAft>
            </a:pPr>
            <a:r>
              <a:rPr lang="zh-CN" altLang="en-US" b="0" kern="2200" dirty="0">
                <a:solidFill>
                  <a:schemeClr val="tx1"/>
                </a:solidFill>
                <a:latin typeface="宋体" panose="02010600030101010101" pitchFamily="2" charset="-122"/>
                <a:ea typeface="宋体" panose="02010600030101010101" pitchFamily="2" charset="-122"/>
              </a:rPr>
              <a:t>    </a:t>
            </a:r>
            <a:r>
              <a:rPr lang="en-US" altLang="zh-CN" b="0" kern="2200" dirty="0" err="1">
                <a:solidFill>
                  <a:schemeClr val="tx1"/>
                </a:solidFill>
                <a:latin typeface="宋体" panose="02010600030101010101" pitchFamily="2" charset="-122"/>
                <a:ea typeface="宋体" panose="02010600030101010101" pitchFamily="2" charset="-122"/>
              </a:rPr>
              <a:t>int</a:t>
            </a:r>
            <a:r>
              <a:rPr lang="en-US" altLang="zh-CN" b="0" kern="2200" dirty="0">
                <a:solidFill>
                  <a:schemeClr val="tx1"/>
                </a:solidFill>
                <a:latin typeface="宋体" panose="02010600030101010101" pitchFamily="2" charset="-122"/>
                <a:ea typeface="宋体" panose="02010600030101010101" pitchFamily="2" charset="-122"/>
              </a:rPr>
              <a:t> s = 0;</a:t>
            </a:r>
          </a:p>
          <a:p>
            <a:pPr marL="0" marR="0" indent="266700" algn="just">
              <a:spcBef>
                <a:spcPts val="0"/>
              </a:spcBef>
              <a:spcAft>
                <a:spcPts val="0"/>
              </a:spcAft>
            </a:pPr>
            <a:r>
              <a:rPr lang="en-US" altLang="zh-CN" b="0" kern="2200" dirty="0">
                <a:solidFill>
                  <a:schemeClr val="tx1"/>
                </a:solidFill>
                <a:latin typeface="宋体" panose="02010600030101010101" pitchFamily="2" charset="-122"/>
                <a:ea typeface="宋体" panose="02010600030101010101" pitchFamily="2" charset="-122"/>
              </a:rPr>
              <a:t>    </a:t>
            </a:r>
            <a:r>
              <a:rPr lang="en-US" altLang="zh-CN" b="0" kern="2200" dirty="0">
                <a:solidFill>
                  <a:srgbClr val="FF0000"/>
                </a:solidFill>
                <a:latin typeface="宋体" panose="02010600030101010101" pitchFamily="2" charset="-122"/>
                <a:ea typeface="宋体" panose="02010600030101010101" pitchFamily="2" charset="-122"/>
              </a:rPr>
              <a:t>for</a:t>
            </a:r>
            <a:r>
              <a:rPr lang="en-US" altLang="zh-CN" b="0" kern="2200" dirty="0">
                <a:solidFill>
                  <a:schemeClr val="tx1"/>
                </a:solidFill>
                <a:latin typeface="宋体" panose="02010600030101010101" pitchFamily="2" charset="-122"/>
                <a:ea typeface="宋体" panose="02010600030101010101" pitchFamily="2" charset="-122"/>
              </a:rPr>
              <a:t>(</a:t>
            </a:r>
            <a:r>
              <a:rPr lang="en-US" altLang="zh-CN" b="0" kern="2200" dirty="0" err="1">
                <a:solidFill>
                  <a:schemeClr val="tx1"/>
                </a:solidFill>
                <a:latin typeface="宋体" panose="02010600030101010101" pitchFamily="2" charset="-122"/>
                <a:ea typeface="宋体" panose="02010600030101010101" pitchFamily="2" charset="-122"/>
              </a:rPr>
              <a:t>int</a:t>
            </a:r>
            <a:r>
              <a:rPr lang="en-US" altLang="zh-CN" b="0" kern="2200" dirty="0">
                <a:solidFill>
                  <a:schemeClr val="tx1"/>
                </a:solidFill>
                <a:latin typeface="宋体" panose="02010600030101010101" pitchFamily="2" charset="-122"/>
                <a:ea typeface="宋体" panose="02010600030101010101" pitchFamily="2" charset="-122"/>
              </a:rPr>
              <a:t> </a:t>
            </a:r>
            <a:r>
              <a:rPr lang="en-US" altLang="zh-CN" b="0" kern="2200" dirty="0" err="1">
                <a:solidFill>
                  <a:schemeClr val="tx1"/>
                </a:solidFill>
                <a:latin typeface="宋体" panose="02010600030101010101" pitchFamily="2" charset="-122"/>
                <a:ea typeface="宋体" panose="02010600030101010101" pitchFamily="2" charset="-122"/>
              </a:rPr>
              <a:t>i</a:t>
            </a:r>
            <a:r>
              <a:rPr lang="en-US" altLang="zh-CN" b="0" kern="2200" dirty="0">
                <a:solidFill>
                  <a:schemeClr val="tx1"/>
                </a:solidFill>
                <a:latin typeface="宋体" panose="02010600030101010101" pitchFamily="2" charset="-122"/>
                <a:ea typeface="宋体" panose="02010600030101010101" pitchFamily="2" charset="-122"/>
              </a:rPr>
              <a:t>=1;i&lt;=n-1;i++)     //</a:t>
            </a:r>
            <a:r>
              <a:rPr lang="zh-CN" altLang="en-US" b="0" kern="2200" dirty="0">
                <a:solidFill>
                  <a:schemeClr val="tx1"/>
                </a:solidFill>
                <a:latin typeface="宋体" panose="02010600030101010101" pitchFamily="2" charset="-122"/>
                <a:ea typeface="宋体" panose="02010600030101010101" pitchFamily="2" charset="-122"/>
              </a:rPr>
              <a:t>按公式求和</a:t>
            </a:r>
          </a:p>
          <a:p>
            <a:pPr marL="0" marR="0" indent="266700" algn="just">
              <a:spcBef>
                <a:spcPts val="0"/>
              </a:spcBef>
              <a:spcAft>
                <a:spcPts val="0"/>
              </a:spcAft>
            </a:pPr>
            <a:r>
              <a:rPr lang="zh-CN" altLang="en-US" b="0" kern="2200" dirty="0">
                <a:solidFill>
                  <a:schemeClr val="tx1"/>
                </a:solidFill>
                <a:latin typeface="宋体" panose="02010600030101010101" pitchFamily="2" charset="-122"/>
                <a:ea typeface="宋体" panose="02010600030101010101" pitchFamily="2" charset="-122"/>
              </a:rPr>
              <a:t>        </a:t>
            </a:r>
            <a:r>
              <a:rPr lang="en-US" altLang="zh-CN" b="0" kern="2200" dirty="0">
                <a:solidFill>
                  <a:srgbClr val="FF0000"/>
                </a:solidFill>
                <a:latin typeface="宋体" panose="02010600030101010101" pitchFamily="2" charset="-122"/>
                <a:ea typeface="宋体" panose="02010600030101010101" pitchFamily="2" charset="-122"/>
              </a:rPr>
              <a:t>for</a:t>
            </a:r>
            <a:r>
              <a:rPr lang="en-US" altLang="zh-CN" b="0" kern="2200" dirty="0">
                <a:solidFill>
                  <a:schemeClr val="tx1"/>
                </a:solidFill>
                <a:latin typeface="宋体" panose="02010600030101010101" pitchFamily="2" charset="-122"/>
                <a:ea typeface="宋体" panose="02010600030101010101" pitchFamily="2" charset="-122"/>
              </a:rPr>
              <a:t>(</a:t>
            </a:r>
            <a:r>
              <a:rPr lang="en-US" altLang="zh-CN" b="0" kern="2200" dirty="0" err="1">
                <a:solidFill>
                  <a:schemeClr val="tx1"/>
                </a:solidFill>
                <a:latin typeface="宋体" panose="02010600030101010101" pitchFamily="2" charset="-122"/>
                <a:ea typeface="宋体" panose="02010600030101010101" pitchFamily="2" charset="-122"/>
              </a:rPr>
              <a:t>int</a:t>
            </a:r>
            <a:r>
              <a:rPr lang="en-US" altLang="zh-CN" b="0" kern="2200" dirty="0">
                <a:solidFill>
                  <a:schemeClr val="tx1"/>
                </a:solidFill>
                <a:latin typeface="宋体" panose="02010600030101010101" pitchFamily="2" charset="-122"/>
                <a:ea typeface="宋体" panose="02010600030101010101" pitchFamily="2" charset="-122"/>
              </a:rPr>
              <a:t> j=i+1;j&lt;=</a:t>
            </a:r>
            <a:r>
              <a:rPr lang="en-US" altLang="zh-CN" b="0" kern="2200" dirty="0" err="1">
                <a:solidFill>
                  <a:schemeClr val="tx1"/>
                </a:solidFill>
                <a:latin typeface="宋体" panose="02010600030101010101" pitchFamily="2" charset="-122"/>
                <a:ea typeface="宋体" panose="02010600030101010101" pitchFamily="2" charset="-122"/>
              </a:rPr>
              <a:t>n;j</a:t>
            </a:r>
            <a:r>
              <a:rPr lang="en-US" altLang="zh-CN" b="0" kern="2200" dirty="0">
                <a:solidFill>
                  <a:schemeClr val="tx1"/>
                </a:solidFill>
                <a:latin typeface="宋体" panose="02010600030101010101" pitchFamily="2" charset="-122"/>
                <a:ea typeface="宋体" panose="02010600030101010101" pitchFamily="2" charset="-122"/>
              </a:rPr>
              <a:t>++)</a:t>
            </a:r>
          </a:p>
          <a:p>
            <a:pPr marL="0" marR="0" indent="266700" algn="just">
              <a:spcBef>
                <a:spcPts val="0"/>
              </a:spcBef>
              <a:spcAft>
                <a:spcPts val="0"/>
              </a:spcAft>
            </a:pPr>
            <a:r>
              <a:rPr lang="en-US" altLang="zh-CN" b="0" kern="2200" dirty="0">
                <a:solidFill>
                  <a:schemeClr val="tx1"/>
                </a:solidFill>
                <a:latin typeface="宋体" panose="02010600030101010101" pitchFamily="2" charset="-122"/>
                <a:ea typeface="宋体" panose="02010600030101010101" pitchFamily="2" charset="-122"/>
              </a:rPr>
              <a:t>            s += a[</a:t>
            </a:r>
            <a:r>
              <a:rPr lang="en-US" altLang="zh-CN" b="0" kern="2200" dirty="0" err="1">
                <a:solidFill>
                  <a:schemeClr val="tx1"/>
                </a:solidFill>
                <a:latin typeface="宋体" panose="02010600030101010101" pitchFamily="2" charset="-122"/>
                <a:ea typeface="宋体" panose="02010600030101010101" pitchFamily="2" charset="-122"/>
              </a:rPr>
              <a:t>i</a:t>
            </a:r>
            <a:r>
              <a:rPr lang="en-US" altLang="zh-CN" b="0" kern="2200" dirty="0">
                <a:solidFill>
                  <a:schemeClr val="tx1"/>
                </a:solidFill>
                <a:latin typeface="宋体" panose="02010600030101010101" pitchFamily="2" charset="-122"/>
                <a:ea typeface="宋体" panose="02010600030101010101" pitchFamily="2" charset="-122"/>
              </a:rPr>
              <a:t>]*a[j];</a:t>
            </a:r>
          </a:p>
          <a:p>
            <a:pPr marL="0" marR="0" indent="266700" algn="just">
              <a:spcBef>
                <a:spcPts val="0"/>
              </a:spcBef>
              <a:spcAft>
                <a:spcPts val="0"/>
              </a:spcAft>
            </a:pPr>
            <a:r>
              <a:rPr lang="en-US" altLang="zh-CN" b="0" kern="2200" dirty="0">
                <a:solidFill>
                  <a:schemeClr val="tx1"/>
                </a:solidFill>
                <a:latin typeface="宋体" panose="02010600030101010101" pitchFamily="2" charset="-122"/>
                <a:ea typeface="宋体" panose="02010600030101010101" pitchFamily="2" charset="-122"/>
              </a:rPr>
              <a:t>    </a:t>
            </a:r>
            <a:r>
              <a:rPr lang="en-US" altLang="zh-CN" b="0" kern="2200" dirty="0" err="1">
                <a:solidFill>
                  <a:schemeClr val="tx1"/>
                </a:solidFill>
                <a:latin typeface="宋体" panose="02010600030101010101" pitchFamily="2" charset="-122"/>
                <a:ea typeface="宋体" panose="02010600030101010101" pitchFamily="2" charset="-122"/>
              </a:rPr>
              <a:t>printf</a:t>
            </a:r>
            <a:r>
              <a:rPr lang="en-US" altLang="zh-CN" b="0" kern="2200" dirty="0">
                <a:solidFill>
                  <a:schemeClr val="tx1"/>
                </a:solidFill>
                <a:latin typeface="宋体" panose="02010600030101010101" pitchFamily="2" charset="-122"/>
                <a:ea typeface="宋体" panose="02010600030101010101" pitchFamily="2" charset="-122"/>
              </a:rPr>
              <a:t>("%</a:t>
            </a:r>
            <a:r>
              <a:rPr lang="en-US" altLang="zh-CN" b="0" kern="2200" dirty="0" err="1">
                <a:solidFill>
                  <a:schemeClr val="tx1"/>
                </a:solidFill>
                <a:latin typeface="宋体" panose="02010600030101010101" pitchFamily="2" charset="-122"/>
                <a:ea typeface="宋体" panose="02010600030101010101" pitchFamily="2" charset="-122"/>
              </a:rPr>
              <a:t>d",s</a:t>
            </a:r>
            <a:r>
              <a:rPr lang="en-US" altLang="zh-CN" b="0" kern="2200" dirty="0">
                <a:solidFill>
                  <a:schemeClr val="tx1"/>
                </a:solidFill>
                <a:latin typeface="宋体" panose="02010600030101010101" pitchFamily="2" charset="-122"/>
                <a:ea typeface="宋体" panose="02010600030101010101" pitchFamily="2" charset="-122"/>
              </a:rPr>
              <a:t>);</a:t>
            </a:r>
          </a:p>
          <a:p>
            <a:pPr marL="0" marR="0" indent="266700" algn="just">
              <a:spcBef>
                <a:spcPts val="0"/>
              </a:spcBef>
              <a:spcAft>
                <a:spcPts val="0"/>
              </a:spcAft>
            </a:pPr>
            <a:r>
              <a:rPr lang="en-US" altLang="zh-CN" b="0" kern="2200" dirty="0">
                <a:solidFill>
                  <a:schemeClr val="tx1"/>
                </a:solidFill>
                <a:latin typeface="宋体" panose="02010600030101010101" pitchFamily="2" charset="-122"/>
                <a:ea typeface="宋体" panose="02010600030101010101" pitchFamily="2" charset="-122"/>
              </a:rPr>
              <a:t>    return 0;</a:t>
            </a:r>
          </a:p>
          <a:p>
            <a:pPr marL="0" marR="0" indent="266700" algn="just">
              <a:spcBef>
                <a:spcPts val="0"/>
              </a:spcBef>
              <a:spcAft>
                <a:spcPts val="0"/>
              </a:spcAft>
            </a:pPr>
            <a:r>
              <a:rPr lang="en-US" altLang="zh-CN" b="0" kern="2200" dirty="0">
                <a:solidFill>
                  <a:schemeClr val="tx1"/>
                </a:solidFill>
                <a:latin typeface="宋体" panose="02010600030101010101" pitchFamily="2" charset="-122"/>
                <a:ea typeface="宋体" panose="02010600030101010101" pitchFamily="2" charset="-122"/>
              </a:rPr>
              <a:t>}</a:t>
            </a:r>
          </a:p>
        </p:txBody>
      </p:sp>
    </p:spTree>
  </p:cSld>
  <p:clrMapOvr>
    <a:masterClrMapping/>
  </p:clrMapOvr>
  <mc:AlternateContent xmlns:mc="http://schemas.openxmlformats.org/markup-compatibility/2006" xmlns:p14="http://schemas.microsoft.com/office/powerpoint/2010/main">
    <mc:Choice Requires="p14">
      <p:transition spd="slow" p14:dur="2000" advTm="102542"/>
    </mc:Choice>
    <mc:Fallback xmlns="">
      <p:transition spd="slow" advTm="102542"/>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Rectangle 2"/>
          <p:cNvSpPr txBox="1">
            <a:spLocks noChangeArrowheads="1"/>
          </p:cNvSpPr>
          <p:nvPr/>
        </p:nvSpPr>
        <p:spPr>
          <a:xfrm>
            <a:off x="681165" y="401863"/>
            <a:ext cx="10454100" cy="886502"/>
          </a:xfrm>
          <a:prstGeom prst="rect">
            <a:avLst/>
          </a:prstGeom>
          <a:noFill/>
          <a:ln w="9525">
            <a:noFill/>
            <a:miter lim="800000"/>
          </a:ln>
        </p:spPr>
        <p:txBody>
          <a:bodyPr vert="horz" wrap="square" lIns="91440" tIns="45720" rIns="91440" bIns="45720" numCol="1" anchor="b" anchorCtr="0" compatLnSpc="1"/>
          <a:lstStyle>
            <a:defPPr>
              <a:defRPr lang="en-US"/>
            </a:defPPr>
            <a:lvl1pPr algn="ctr" eaLnBrk="0" hangingPunct="0">
              <a:defRPr sz="5000">
                <a:solidFill>
                  <a:srgbClr val="CC0000"/>
                </a:solidFill>
                <a:effectLst>
                  <a:outerShdw blurRad="38100" dist="38100" dir="2700000" algn="tl">
                    <a:srgbClr val="000000">
                      <a:alpha val="43137"/>
                    </a:srgbClr>
                  </a:outerShdw>
                </a:effectLst>
                <a:latin typeface="+mn-lt"/>
                <a:ea typeface="+mj-ea"/>
                <a:cs typeface="+mj-cs"/>
              </a:defRPr>
            </a:lvl1pPr>
            <a:lvl2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2pPr>
            <a:lvl3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3pPr>
            <a:lvl4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4pPr>
            <a:lvl5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5pPr>
            <a:lvl6pPr marL="4572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6pPr>
            <a:lvl7pPr marL="9144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7pPr>
            <a:lvl8pPr marL="13716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8pPr>
            <a:lvl9pPr marL="18288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9pPr>
          </a:lstStyle>
          <a:p>
            <a:pPr algn="l"/>
            <a:r>
              <a:rPr lang="zh-CN" altLang="en-US" sz="3600" dirty="0">
                <a:solidFill>
                  <a:srgbClr val="0070C0"/>
                </a:solidFill>
                <a:effectLst/>
                <a:latin typeface="微软雅黑" panose="020B0503020204020204" pitchFamily="34" charset="-122"/>
                <a:ea typeface="微软雅黑" panose="020B0503020204020204" pitchFamily="34" charset="-122"/>
              </a:rPr>
              <a:t>蓝桥杯网站的判题结果</a:t>
            </a:r>
          </a:p>
        </p:txBody>
      </p:sp>
      <p:sp>
        <p:nvSpPr>
          <p:cNvPr id="2" name="灯片编号占位符 1"/>
          <p:cNvSpPr>
            <a:spLocks noGrp="1"/>
          </p:cNvSpPr>
          <p:nvPr>
            <p:ph type="sldNum" sz="quarter" idx="12"/>
          </p:nvPr>
        </p:nvSpPr>
        <p:spPr/>
        <p:txBody>
          <a:bodyPr vert="horz" lIns="91440" tIns="45720" rIns="91440" bIns="45720" rtlCol="0" anchor="ctr"/>
          <a:lstStyle/>
          <a:p>
            <a:fld id="{217794D7-36C4-4E93-AE7A-0CAF6AF174FC}" type="slidenum">
              <a:rPr lang="zh-CN" altLang="en-US" b="0" smtClean="0">
                <a:solidFill>
                  <a:schemeClr val="tx1"/>
                </a:solidFill>
              </a:rPr>
              <a:t>28</a:t>
            </a:fld>
            <a:endParaRPr lang="en-US" altLang="zh-CN" b="0" dirty="0">
              <a:solidFill>
                <a:schemeClr val="tx1"/>
              </a:solidFill>
            </a:endParaRPr>
          </a:p>
        </p:txBody>
      </p:sp>
      <p:pic>
        <p:nvPicPr>
          <p:cNvPr id="5" name="图片 4"/>
          <p:cNvPicPr>
            <a:picLocks noChangeAspect="1"/>
          </p:cNvPicPr>
          <p:nvPr/>
        </p:nvPicPr>
        <p:blipFill>
          <a:blip r:embed="rId2"/>
          <a:stretch>
            <a:fillRect/>
          </a:stretch>
        </p:blipFill>
        <p:spPr>
          <a:xfrm>
            <a:off x="2125670" y="1749245"/>
            <a:ext cx="7787955" cy="403092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2000" advTm="39026"/>
    </mc:Choice>
    <mc:Fallback xmlns="">
      <p:transition spd="slow" advTm="39026"/>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Rectangle 2"/>
          <p:cNvSpPr txBox="1">
            <a:spLocks noChangeArrowheads="1"/>
          </p:cNvSpPr>
          <p:nvPr/>
        </p:nvSpPr>
        <p:spPr>
          <a:xfrm>
            <a:off x="445915" y="374900"/>
            <a:ext cx="10454100" cy="431152"/>
          </a:xfrm>
          <a:prstGeom prst="rect">
            <a:avLst/>
          </a:prstGeom>
          <a:noFill/>
          <a:ln w="9525">
            <a:noFill/>
            <a:miter lim="800000"/>
          </a:ln>
        </p:spPr>
        <p:txBody>
          <a:bodyPr vert="horz" wrap="square" lIns="91440" tIns="45720" rIns="91440" bIns="45720" numCol="1" anchor="b" anchorCtr="0" compatLnSpc="1"/>
          <a:lstStyle>
            <a:defPPr>
              <a:defRPr lang="en-US"/>
            </a:defPPr>
            <a:lvl1pPr algn="ctr" eaLnBrk="0" hangingPunct="0">
              <a:defRPr sz="5000">
                <a:solidFill>
                  <a:srgbClr val="CC0000"/>
                </a:solidFill>
                <a:effectLst>
                  <a:outerShdw blurRad="38100" dist="38100" dir="2700000" algn="tl">
                    <a:srgbClr val="000000">
                      <a:alpha val="43137"/>
                    </a:srgbClr>
                  </a:outerShdw>
                </a:effectLst>
                <a:latin typeface="+mn-lt"/>
                <a:ea typeface="+mj-ea"/>
                <a:cs typeface="+mj-cs"/>
              </a:defRPr>
            </a:lvl1pPr>
            <a:lvl2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2pPr>
            <a:lvl3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3pPr>
            <a:lvl4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4pPr>
            <a:lvl5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5pPr>
            <a:lvl6pPr marL="4572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6pPr>
            <a:lvl7pPr marL="9144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7pPr>
            <a:lvl8pPr marL="13716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8pPr>
            <a:lvl9pPr marL="18288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9pPr>
          </a:lstStyle>
          <a:p>
            <a:pPr algn="l"/>
            <a:r>
              <a:rPr lang="zh-CN" altLang="en-US" sz="3200" dirty="0">
                <a:solidFill>
                  <a:srgbClr val="0070C0"/>
                </a:solidFill>
                <a:effectLst/>
                <a:latin typeface="微软雅黑" panose="020B0503020204020204" pitchFamily="34" charset="-122"/>
                <a:ea typeface="微软雅黑" panose="020B0503020204020204" pitchFamily="34" charset="-122"/>
              </a:rPr>
              <a:t>代码</a:t>
            </a:r>
            <a:r>
              <a:rPr lang="en-US" altLang="zh-CN" sz="3200" dirty="0">
                <a:solidFill>
                  <a:srgbClr val="0070C0"/>
                </a:solidFill>
                <a:effectLst/>
                <a:latin typeface="微软雅黑" panose="020B0503020204020204" pitchFamily="34" charset="-122"/>
                <a:ea typeface="微软雅黑" panose="020B0503020204020204" pitchFamily="34" charset="-122"/>
              </a:rPr>
              <a:t>1</a:t>
            </a:r>
            <a:r>
              <a:rPr lang="zh-CN" altLang="en-US" sz="3200" dirty="0">
                <a:solidFill>
                  <a:srgbClr val="0070C0"/>
                </a:solidFill>
                <a:effectLst/>
                <a:latin typeface="微软雅黑" panose="020B0503020204020204" pitchFamily="34" charset="-122"/>
                <a:ea typeface="微软雅黑" panose="020B0503020204020204" pitchFamily="34" charset="-122"/>
              </a:rPr>
              <a:t>：</a:t>
            </a:r>
            <a:r>
              <a:rPr lang="en-US" altLang="zh-CN" sz="3200" dirty="0">
                <a:solidFill>
                  <a:srgbClr val="0070C0"/>
                </a:solidFill>
                <a:effectLst/>
                <a:latin typeface="微软雅黑" panose="020B0503020204020204" pitchFamily="34" charset="-122"/>
                <a:ea typeface="微软雅黑" panose="020B0503020204020204" pitchFamily="34" charset="-122"/>
              </a:rPr>
              <a:t>30%</a:t>
            </a:r>
            <a:r>
              <a:rPr lang="zh-CN" altLang="en-US" sz="3200" dirty="0">
                <a:solidFill>
                  <a:srgbClr val="0070C0"/>
                </a:solidFill>
                <a:effectLst/>
                <a:latin typeface="微软雅黑" panose="020B0503020204020204" pitchFamily="34" charset="-122"/>
                <a:ea typeface="微软雅黑" panose="020B0503020204020204" pitchFamily="34" charset="-122"/>
              </a:rPr>
              <a:t>得分</a:t>
            </a:r>
          </a:p>
        </p:txBody>
      </p:sp>
      <p:sp>
        <p:nvSpPr>
          <p:cNvPr id="2" name="灯片编号占位符 1"/>
          <p:cNvSpPr>
            <a:spLocks noGrp="1"/>
          </p:cNvSpPr>
          <p:nvPr>
            <p:ph type="sldNum" sz="quarter" idx="12"/>
          </p:nvPr>
        </p:nvSpPr>
        <p:spPr/>
        <p:txBody>
          <a:bodyPr vert="horz" lIns="91440" tIns="45720" rIns="91440" bIns="45720" rtlCol="0" anchor="ctr"/>
          <a:lstStyle/>
          <a:p>
            <a:fld id="{217794D7-36C4-4E93-AE7A-0CAF6AF174FC}" type="slidenum">
              <a:rPr lang="zh-CN" altLang="en-US" b="0" smtClean="0">
                <a:solidFill>
                  <a:schemeClr val="tx1"/>
                </a:solidFill>
              </a:rPr>
              <a:t>29</a:t>
            </a:fld>
            <a:endParaRPr lang="en-US" altLang="zh-CN" b="0" dirty="0">
              <a:solidFill>
                <a:schemeClr val="tx1"/>
              </a:solidFill>
            </a:endParaRPr>
          </a:p>
        </p:txBody>
      </p:sp>
      <p:sp>
        <p:nvSpPr>
          <p:cNvPr id="21" name="内容占位符 2"/>
          <p:cNvSpPr txBox="1"/>
          <p:nvPr/>
        </p:nvSpPr>
        <p:spPr>
          <a:xfrm>
            <a:off x="598619" y="895747"/>
            <a:ext cx="5039265" cy="543464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0"/>
              </a:spcBef>
              <a:buFont typeface="Wingdings" panose="05000000000000000000" pitchFamily="2" charset="2"/>
              <a:buChar char="ü"/>
            </a:pPr>
            <a:r>
              <a:rPr lang="zh-CN" altLang="en-US" sz="2000" dirty="0">
                <a:latin typeface="微软雅黑" panose="020B0503020204020204" pitchFamily="34" charset="-122"/>
                <a:ea typeface="微软雅黑" panose="020B0503020204020204" pitchFamily="34" charset="-122"/>
              </a:rPr>
              <a:t>只能通过</a:t>
            </a:r>
            <a:r>
              <a:rPr lang="en-US" altLang="zh-CN" sz="2000" dirty="0">
                <a:latin typeface="微软雅黑" panose="020B0503020204020204" pitchFamily="34" charset="-122"/>
                <a:ea typeface="微软雅黑" panose="020B0503020204020204" pitchFamily="34" charset="-122"/>
              </a:rPr>
              <a:t>30%</a:t>
            </a:r>
            <a:r>
              <a:rPr lang="zh-CN" altLang="en-US" sz="2000" dirty="0">
                <a:latin typeface="微软雅黑" panose="020B0503020204020204" pitchFamily="34" charset="-122"/>
                <a:ea typeface="微软雅黑" panose="020B0503020204020204" pitchFamily="34" charset="-122"/>
              </a:rPr>
              <a:t>的测试。因为它的计算量太大，超过了题目要求的“时间限制：</a:t>
            </a:r>
            <a:r>
              <a:rPr lang="en-US" altLang="zh-CN" sz="2000" dirty="0">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秒”。为什么？</a:t>
            </a:r>
          </a:p>
          <a:p>
            <a:pPr>
              <a:lnSpc>
                <a:spcPct val="120000"/>
              </a:lnSpc>
              <a:spcBef>
                <a:spcPts val="0"/>
              </a:spcBef>
              <a:buFont typeface="Wingdings" panose="05000000000000000000" pitchFamily="2" charset="2"/>
              <a:buChar char="ü"/>
            </a:pPr>
            <a:r>
              <a:rPr lang="zh-CN" altLang="en-US" sz="2000" dirty="0">
                <a:latin typeface="微软雅黑" panose="020B0503020204020204" pitchFamily="34" charset="-122"/>
                <a:ea typeface="微软雅黑" panose="020B0503020204020204" pitchFamily="34" charset="-122"/>
              </a:rPr>
              <a:t>分析代码的计算量，就是它花的时间。</a:t>
            </a:r>
            <a:endParaRPr lang="en-US" altLang="zh-CN" sz="2000" dirty="0">
              <a:latin typeface="微软雅黑" panose="020B0503020204020204" pitchFamily="34" charset="-122"/>
              <a:ea typeface="微软雅黑" panose="020B0503020204020204" pitchFamily="34" charset="-122"/>
            </a:endParaRPr>
          </a:p>
          <a:p>
            <a:pPr>
              <a:lnSpc>
                <a:spcPct val="120000"/>
              </a:lnSpc>
              <a:spcBef>
                <a:spcPts val="0"/>
              </a:spcBef>
              <a:buFont typeface="Wingdings" panose="05000000000000000000" pitchFamily="2" charset="2"/>
              <a:buChar char="ü"/>
            </a:pPr>
            <a:r>
              <a:rPr lang="zh-CN" altLang="en-US" sz="2000" dirty="0">
                <a:latin typeface="微软雅黑" panose="020B0503020204020204" pitchFamily="34" charset="-122"/>
                <a:ea typeface="微软雅黑" panose="020B0503020204020204" pitchFamily="34" charset="-122"/>
              </a:rPr>
              <a:t>普通计算机一秒能计算</a:t>
            </a:r>
            <a:r>
              <a:rPr lang="en-US" altLang="zh-CN" sz="2000" dirty="0">
                <a:latin typeface="微软雅黑" panose="020B0503020204020204" pitchFamily="34" charset="-122"/>
                <a:ea typeface="微软雅黑" panose="020B0503020204020204" pitchFamily="34" charset="-122"/>
              </a:rPr>
              <a:t>5000</a:t>
            </a:r>
            <a:r>
              <a:rPr lang="zh-CN" altLang="en-US" sz="2000" dirty="0">
                <a:latin typeface="微软雅黑" panose="020B0503020204020204" pitchFamily="34" charset="-122"/>
                <a:ea typeface="微软雅黑" panose="020B0503020204020204" pitchFamily="34" charset="-122"/>
              </a:rPr>
              <a:t>万次。</a:t>
            </a:r>
          </a:p>
          <a:p>
            <a:pPr>
              <a:lnSpc>
                <a:spcPct val="120000"/>
              </a:lnSpc>
              <a:spcBef>
                <a:spcPts val="0"/>
              </a:spcBef>
              <a:buFont typeface="Wingdings" panose="05000000000000000000" pitchFamily="2" charset="2"/>
              <a:buChar char="ü"/>
            </a:pPr>
            <a:r>
              <a:rPr lang="zh-CN" altLang="en-US" sz="2000" dirty="0">
                <a:latin typeface="微软雅黑" panose="020B0503020204020204" pitchFamily="34" charset="-122"/>
                <a:ea typeface="微软雅黑" panose="020B0503020204020204" pitchFamily="34" charset="-122"/>
              </a:rPr>
              <a:t>代码</a:t>
            </a:r>
            <a:r>
              <a:rPr lang="en-US" altLang="zh-CN" sz="2000" dirty="0">
                <a:latin typeface="微软雅黑" panose="020B0503020204020204" pitchFamily="34" charset="-122"/>
                <a:ea typeface="微软雅黑" panose="020B0503020204020204" pitchFamily="34" charset="-122"/>
              </a:rPr>
              <a:t>2</a:t>
            </a:r>
            <a:r>
              <a:rPr lang="zh-CN" altLang="en-US" sz="2000" dirty="0">
                <a:latin typeface="微软雅黑" panose="020B0503020204020204" pitchFamily="34" charset="-122"/>
                <a:ea typeface="微软雅黑" panose="020B0503020204020204" pitchFamily="34" charset="-122"/>
              </a:rPr>
              <a:t>层</a:t>
            </a:r>
            <a:r>
              <a:rPr lang="en-US" altLang="zh-CN" sz="2000" dirty="0">
                <a:latin typeface="微软雅黑" panose="020B0503020204020204" pitchFamily="34" charset="-122"/>
                <a:ea typeface="微软雅黑" panose="020B0503020204020204" pitchFamily="34" charset="-122"/>
              </a:rPr>
              <a:t>for</a:t>
            </a:r>
            <a:r>
              <a:rPr lang="zh-CN" altLang="en-US" sz="2000" dirty="0">
                <a:latin typeface="微软雅黑" panose="020B0503020204020204" pitchFamily="34" charset="-122"/>
                <a:ea typeface="微软雅黑" panose="020B0503020204020204" pitchFamily="34" charset="-122"/>
              </a:rPr>
              <a:t>循环，循环次数：</a:t>
            </a:r>
            <a:endParaRPr lang="en-US" altLang="zh-CN" sz="2000" dirty="0">
              <a:latin typeface="微软雅黑" panose="020B0503020204020204" pitchFamily="34" charset="-122"/>
              <a:ea typeface="微软雅黑" panose="020B0503020204020204" pitchFamily="34" charset="-122"/>
            </a:endParaRPr>
          </a:p>
          <a:p>
            <a:pPr marL="0" indent="0">
              <a:lnSpc>
                <a:spcPct val="120000"/>
              </a:lnSpc>
              <a:spcBef>
                <a:spcPts val="0"/>
              </a:spcBef>
              <a:buNone/>
            </a:pPr>
            <a:r>
              <a:rPr lang="en-US" altLang="zh-CN" sz="2000" dirty="0">
                <a:latin typeface="微软雅黑" panose="020B0503020204020204" pitchFamily="34" charset="-122"/>
                <a:ea typeface="微软雅黑" panose="020B0503020204020204" pitchFamily="34" charset="-122"/>
              </a:rPr>
              <a:t>       n−1 + n−2 + . . . + 1 ≈ n</a:t>
            </a:r>
            <a:r>
              <a:rPr lang="en-US" altLang="zh-CN" sz="2000" baseline="30000" dirty="0">
                <a:latin typeface="微软雅黑" panose="020B0503020204020204" pitchFamily="34" charset="-122"/>
                <a:ea typeface="微软雅黑" panose="020B0503020204020204" pitchFamily="34" charset="-122"/>
              </a:rPr>
              <a:t>2</a:t>
            </a:r>
            <a:r>
              <a:rPr lang="en-US" altLang="zh-CN" sz="2000" dirty="0">
                <a:latin typeface="微软雅黑" panose="020B0503020204020204" pitchFamily="34" charset="-122"/>
                <a:ea typeface="微软雅黑" panose="020B0503020204020204" pitchFamily="34" charset="-122"/>
              </a:rPr>
              <a:t> / 2 </a:t>
            </a:r>
            <a:r>
              <a:rPr lang="zh-CN" altLang="en-US" sz="2000" dirty="0">
                <a:latin typeface="微软雅黑" panose="020B0503020204020204" pitchFamily="34" charset="-122"/>
                <a:ea typeface="微软雅黑" panose="020B0503020204020204" pitchFamily="34" charset="-122"/>
              </a:rPr>
              <a:t>。</a:t>
            </a:r>
          </a:p>
          <a:p>
            <a:pPr>
              <a:lnSpc>
                <a:spcPct val="120000"/>
              </a:lnSpc>
              <a:spcBef>
                <a:spcPts val="0"/>
              </a:spcBef>
              <a:buFont typeface="Wingdings" panose="05000000000000000000" pitchFamily="2" charset="2"/>
              <a:buChar char="ü"/>
            </a:pPr>
            <a:r>
              <a:rPr lang="zh-CN" altLang="en-US" sz="2000" dirty="0">
                <a:latin typeface="微软雅黑" panose="020B0503020204020204" pitchFamily="34" charset="-122"/>
                <a:ea typeface="微软雅黑" panose="020B0503020204020204" pitchFamily="34" charset="-122"/>
              </a:rPr>
              <a:t>对于</a:t>
            </a:r>
            <a:r>
              <a:rPr lang="en-US" altLang="zh-CN" sz="2000" dirty="0">
                <a:solidFill>
                  <a:srgbClr val="FF0000"/>
                </a:solidFill>
                <a:latin typeface="微软雅黑" panose="020B0503020204020204" pitchFamily="34" charset="-122"/>
                <a:ea typeface="微软雅黑" panose="020B0503020204020204" pitchFamily="34" charset="-122"/>
              </a:rPr>
              <a:t>30%</a:t>
            </a:r>
            <a:r>
              <a:rPr lang="zh-CN" altLang="en-US" sz="2000" dirty="0">
                <a:latin typeface="微软雅黑" panose="020B0503020204020204" pitchFamily="34" charset="-122"/>
                <a:ea typeface="微软雅黑" panose="020B0503020204020204" pitchFamily="34" charset="-122"/>
              </a:rPr>
              <a:t>的测试，</a:t>
            </a:r>
            <a:r>
              <a:rPr lang="en-US" altLang="zh-CN" sz="2000" dirty="0">
                <a:latin typeface="微软雅黑" panose="020B0503020204020204" pitchFamily="34" charset="-122"/>
                <a:ea typeface="微软雅黑" panose="020B0503020204020204" pitchFamily="34" charset="-122"/>
              </a:rPr>
              <a:t>n = 1000</a:t>
            </a:r>
            <a:r>
              <a:rPr lang="zh-CN" altLang="en-US" sz="2000" dirty="0">
                <a:latin typeface="微软雅黑" panose="020B0503020204020204" pitchFamily="34" charset="-122"/>
                <a:ea typeface="微软雅黑" panose="020B0503020204020204" pitchFamily="34" charset="-122"/>
              </a:rPr>
              <a:t>，循环次数</a:t>
            </a:r>
            <a:r>
              <a:rPr lang="en-US" altLang="zh-CN" sz="2000" dirty="0">
                <a:latin typeface="微软雅黑" panose="020B0503020204020204" pitchFamily="34" charset="-122"/>
                <a:ea typeface="微软雅黑" panose="020B0503020204020204" pitchFamily="34" charset="-122"/>
              </a:rPr>
              <a:t>1000</a:t>
            </a:r>
            <a:r>
              <a:rPr lang="en-US" altLang="zh-CN" sz="2000" baseline="30000" dirty="0">
                <a:latin typeface="微软雅黑" panose="020B0503020204020204" pitchFamily="34" charset="-122"/>
                <a:ea typeface="微软雅黑" panose="020B0503020204020204" pitchFamily="34" charset="-122"/>
              </a:rPr>
              <a:t>2</a:t>
            </a:r>
            <a:r>
              <a:rPr lang="en-US" altLang="zh-CN" sz="2000" dirty="0">
                <a:latin typeface="微软雅黑" panose="020B0503020204020204" pitchFamily="34" charset="-122"/>
                <a:ea typeface="微软雅黑" panose="020B0503020204020204" pitchFamily="34" charset="-122"/>
              </a:rPr>
              <a:t>/2 = 50000</a:t>
            </a:r>
            <a:r>
              <a:rPr lang="zh-CN" altLang="en-US" sz="2000" dirty="0">
                <a:latin typeface="微软雅黑" panose="020B0503020204020204" pitchFamily="34" charset="-122"/>
                <a:ea typeface="微软雅黑" panose="020B0503020204020204" pitchFamily="34" charset="-122"/>
              </a:rPr>
              <a:t>。计算时间远远小于题目的时间限制</a:t>
            </a:r>
            <a:r>
              <a:rPr lang="en-US" altLang="zh-CN" sz="2000" dirty="0">
                <a:latin typeface="微软雅黑" panose="020B0503020204020204" pitchFamily="34" charset="-122"/>
                <a:ea typeface="微软雅黑" panose="020B0503020204020204" pitchFamily="34" charset="-122"/>
              </a:rPr>
              <a:t>1s</a:t>
            </a:r>
            <a:r>
              <a:rPr lang="zh-CN" altLang="en-US" sz="2000" dirty="0">
                <a:latin typeface="微软雅黑" panose="020B0503020204020204" pitchFamily="34" charset="-122"/>
                <a:ea typeface="微软雅黑" panose="020B0503020204020204" pitchFamily="34" charset="-122"/>
              </a:rPr>
              <a:t>，能够通过测试。</a:t>
            </a:r>
            <a:endParaRPr lang="en-US" altLang="zh-CN" sz="2000" dirty="0">
              <a:latin typeface="微软雅黑" panose="020B0503020204020204" pitchFamily="34" charset="-122"/>
              <a:ea typeface="微软雅黑" panose="020B0503020204020204" pitchFamily="34" charset="-122"/>
            </a:endParaRPr>
          </a:p>
          <a:p>
            <a:pPr>
              <a:lnSpc>
                <a:spcPct val="120000"/>
              </a:lnSpc>
              <a:spcBef>
                <a:spcPts val="0"/>
              </a:spcBef>
              <a:buFont typeface="Wingdings" panose="05000000000000000000" pitchFamily="2" charset="2"/>
              <a:buChar char="ü"/>
            </a:pPr>
            <a:r>
              <a:rPr lang="zh-CN" altLang="en-US" sz="2000" dirty="0">
                <a:latin typeface="微软雅黑" panose="020B0503020204020204" pitchFamily="34" charset="-122"/>
                <a:ea typeface="微软雅黑" panose="020B0503020204020204" pitchFamily="34" charset="-122"/>
              </a:rPr>
              <a:t>对于</a:t>
            </a:r>
            <a:r>
              <a:rPr lang="en-US" altLang="zh-CN" sz="2000" dirty="0">
                <a:solidFill>
                  <a:srgbClr val="FF0000"/>
                </a:solidFill>
                <a:latin typeface="微软雅黑" panose="020B0503020204020204" pitchFamily="34" charset="-122"/>
                <a:ea typeface="微软雅黑" panose="020B0503020204020204" pitchFamily="34" charset="-122"/>
              </a:rPr>
              <a:t>100%</a:t>
            </a:r>
            <a:r>
              <a:rPr lang="zh-CN" altLang="en-US" sz="2000" dirty="0">
                <a:latin typeface="微软雅黑" panose="020B0503020204020204" pitchFamily="34" charset="-122"/>
                <a:ea typeface="微软雅黑" panose="020B0503020204020204" pitchFamily="34" charset="-122"/>
              </a:rPr>
              <a:t>的测试，</a:t>
            </a:r>
            <a:r>
              <a:rPr lang="en-US" altLang="zh-CN" sz="2000" dirty="0">
                <a:latin typeface="微软雅黑" panose="020B0503020204020204" pitchFamily="34" charset="-122"/>
                <a:ea typeface="微软雅黑" panose="020B0503020204020204" pitchFamily="34" charset="-122"/>
              </a:rPr>
              <a:t>n = 200000</a:t>
            </a:r>
            <a:r>
              <a:rPr lang="zh-CN" altLang="en-US" sz="2000" dirty="0">
                <a:latin typeface="微软雅黑" panose="020B0503020204020204" pitchFamily="34" charset="-122"/>
                <a:ea typeface="微软雅黑" panose="020B0503020204020204" pitchFamily="34" charset="-122"/>
              </a:rPr>
              <a:t>，循环次数</a:t>
            </a:r>
            <a:r>
              <a:rPr lang="en-US" altLang="zh-CN" sz="2000" dirty="0">
                <a:latin typeface="微软雅黑" panose="020B0503020204020204" pitchFamily="34" charset="-122"/>
                <a:ea typeface="微软雅黑" panose="020B0503020204020204" pitchFamily="34" charset="-122"/>
              </a:rPr>
              <a:t>200000</a:t>
            </a:r>
            <a:r>
              <a:rPr lang="en-US" altLang="zh-CN" sz="2000" baseline="30000" dirty="0">
                <a:latin typeface="微软雅黑" panose="020B0503020204020204" pitchFamily="34" charset="-122"/>
                <a:ea typeface="微软雅黑" panose="020B0503020204020204" pitchFamily="34" charset="-122"/>
              </a:rPr>
              <a:t>2</a:t>
            </a:r>
            <a:r>
              <a:rPr lang="en-US" altLang="zh-CN" sz="2000" dirty="0">
                <a:latin typeface="微软雅黑" panose="020B0503020204020204" pitchFamily="34" charset="-122"/>
                <a:ea typeface="微软雅黑" panose="020B0503020204020204" pitchFamily="34" charset="-122"/>
              </a:rPr>
              <a:t>/2 = 2×10</a:t>
            </a:r>
            <a:r>
              <a:rPr lang="en-US" altLang="zh-CN" sz="2000" baseline="30000" dirty="0">
                <a:latin typeface="微软雅黑" panose="020B0503020204020204" pitchFamily="34" charset="-122"/>
                <a:ea typeface="微软雅黑" panose="020B0503020204020204" pitchFamily="34" charset="-122"/>
              </a:rPr>
              <a:t>10</a:t>
            </a:r>
            <a:r>
              <a:rPr lang="zh-CN" altLang="en-US" sz="2000" dirty="0">
                <a:latin typeface="微软雅黑" panose="020B0503020204020204" pitchFamily="34" charset="-122"/>
                <a:ea typeface="微软雅黑" panose="020B0503020204020204" pitchFamily="34" charset="-122"/>
              </a:rPr>
              <a:t>。计算时间远大于题目的时间限制</a:t>
            </a:r>
            <a:r>
              <a:rPr lang="en-US" altLang="zh-CN" sz="2000" dirty="0">
                <a:latin typeface="微软雅黑" panose="020B0503020204020204" pitchFamily="34" charset="-122"/>
                <a:ea typeface="微软雅黑" panose="020B0503020204020204" pitchFamily="34" charset="-122"/>
              </a:rPr>
              <a:t>1s</a:t>
            </a:r>
            <a:r>
              <a:rPr lang="zh-CN" altLang="en-US" sz="2000" dirty="0">
                <a:latin typeface="微软雅黑" panose="020B0503020204020204" pitchFamily="34" charset="-122"/>
                <a:ea typeface="微软雅黑" panose="020B0503020204020204" pitchFamily="34" charset="-122"/>
              </a:rPr>
              <a:t>，超时了不能通过测试。</a:t>
            </a:r>
          </a:p>
          <a:p>
            <a:pPr>
              <a:lnSpc>
                <a:spcPct val="120000"/>
              </a:lnSpc>
              <a:spcBef>
                <a:spcPts val="0"/>
              </a:spcBef>
              <a:buFont typeface="Wingdings" panose="05000000000000000000" pitchFamily="2" charset="2"/>
              <a:buChar char="ü"/>
            </a:pPr>
            <a:endParaRPr lang="zh-CN" altLang="en-US" sz="2000" dirty="0">
              <a:latin typeface="微软雅黑" panose="020B0503020204020204" pitchFamily="34" charset="-122"/>
              <a:ea typeface="微软雅黑" panose="020B0503020204020204" pitchFamily="34" charset="-122"/>
            </a:endParaRPr>
          </a:p>
        </p:txBody>
      </p:sp>
      <p:sp>
        <p:nvSpPr>
          <p:cNvPr id="3" name="矩形 2"/>
          <p:cNvSpPr/>
          <p:nvPr/>
        </p:nvSpPr>
        <p:spPr>
          <a:xfrm>
            <a:off x="5790590" y="985720"/>
            <a:ext cx="6096000" cy="4401205"/>
          </a:xfrm>
          <a:prstGeom prst="rect">
            <a:avLst/>
          </a:prstGeom>
        </p:spPr>
        <p:txBody>
          <a:bodyPr wrap="square">
            <a:spAutoFit/>
          </a:bodyPr>
          <a:lstStyle/>
          <a:p>
            <a:pPr marL="0" marR="0" indent="266700" algn="just">
              <a:spcBef>
                <a:spcPts val="0"/>
              </a:spcBef>
              <a:spcAft>
                <a:spcPts val="0"/>
              </a:spcAft>
            </a:pPr>
            <a:r>
              <a:rPr lang="en-US" altLang="zh-CN" b="0" kern="2200" dirty="0">
                <a:solidFill>
                  <a:schemeClr val="tx1"/>
                </a:solidFill>
                <a:latin typeface="宋体" panose="02010600030101010101" pitchFamily="2" charset="-122"/>
                <a:ea typeface="宋体" panose="02010600030101010101" pitchFamily="2" charset="-122"/>
              </a:rPr>
              <a:t>#include&lt;</a:t>
            </a:r>
            <a:r>
              <a:rPr lang="en-US" altLang="zh-CN" b="0" kern="2200" dirty="0" err="1">
                <a:solidFill>
                  <a:schemeClr val="tx1"/>
                </a:solidFill>
                <a:latin typeface="宋体" panose="02010600030101010101" pitchFamily="2" charset="-122"/>
                <a:ea typeface="宋体" panose="02010600030101010101" pitchFamily="2" charset="-122"/>
              </a:rPr>
              <a:t>stdio.h</a:t>
            </a:r>
            <a:r>
              <a:rPr lang="en-US" altLang="zh-CN" b="0" kern="2200" dirty="0">
                <a:solidFill>
                  <a:schemeClr val="tx1"/>
                </a:solidFill>
                <a:latin typeface="宋体" panose="02010600030101010101" pitchFamily="2" charset="-122"/>
                <a:ea typeface="宋体" panose="02010600030101010101" pitchFamily="2" charset="-122"/>
              </a:rPr>
              <a:t>&gt;</a:t>
            </a:r>
          </a:p>
          <a:p>
            <a:pPr marL="0" marR="0" indent="266700" algn="just">
              <a:spcBef>
                <a:spcPts val="0"/>
              </a:spcBef>
              <a:spcAft>
                <a:spcPts val="0"/>
              </a:spcAft>
            </a:pPr>
            <a:r>
              <a:rPr lang="en-US" altLang="zh-CN" b="0" kern="2200" dirty="0" err="1">
                <a:solidFill>
                  <a:schemeClr val="tx1"/>
                </a:solidFill>
                <a:latin typeface="宋体" panose="02010600030101010101" pitchFamily="2" charset="-122"/>
                <a:ea typeface="宋体" panose="02010600030101010101" pitchFamily="2" charset="-122"/>
              </a:rPr>
              <a:t>int</a:t>
            </a:r>
            <a:r>
              <a:rPr lang="en-US" altLang="zh-CN" b="0" kern="2200" dirty="0">
                <a:solidFill>
                  <a:schemeClr val="tx1"/>
                </a:solidFill>
                <a:latin typeface="宋体" panose="02010600030101010101" pitchFamily="2" charset="-122"/>
                <a:ea typeface="宋体" panose="02010600030101010101" pitchFamily="2" charset="-122"/>
              </a:rPr>
              <a:t> a[200010];</a:t>
            </a:r>
          </a:p>
          <a:p>
            <a:pPr marL="0" marR="0" indent="266700" algn="just">
              <a:spcBef>
                <a:spcPts val="0"/>
              </a:spcBef>
              <a:spcAft>
                <a:spcPts val="0"/>
              </a:spcAft>
            </a:pPr>
            <a:r>
              <a:rPr lang="en-US" altLang="zh-CN" b="0" kern="2200" dirty="0" err="1">
                <a:solidFill>
                  <a:schemeClr val="tx1"/>
                </a:solidFill>
                <a:latin typeface="宋体" panose="02010600030101010101" pitchFamily="2" charset="-122"/>
                <a:ea typeface="宋体" panose="02010600030101010101" pitchFamily="2" charset="-122"/>
              </a:rPr>
              <a:t>int</a:t>
            </a:r>
            <a:r>
              <a:rPr lang="en-US" altLang="zh-CN" b="0" kern="2200" dirty="0">
                <a:solidFill>
                  <a:schemeClr val="tx1"/>
                </a:solidFill>
                <a:latin typeface="宋体" panose="02010600030101010101" pitchFamily="2" charset="-122"/>
                <a:ea typeface="宋体" panose="02010600030101010101" pitchFamily="2" charset="-122"/>
              </a:rPr>
              <a:t> main(){</a:t>
            </a:r>
          </a:p>
          <a:p>
            <a:pPr marL="0" marR="0" indent="266700" algn="just">
              <a:spcBef>
                <a:spcPts val="0"/>
              </a:spcBef>
              <a:spcAft>
                <a:spcPts val="0"/>
              </a:spcAft>
            </a:pPr>
            <a:r>
              <a:rPr lang="en-US" altLang="zh-CN" b="0" kern="2200" dirty="0">
                <a:solidFill>
                  <a:schemeClr val="tx1"/>
                </a:solidFill>
                <a:latin typeface="宋体" panose="02010600030101010101" pitchFamily="2" charset="-122"/>
                <a:ea typeface="宋体" panose="02010600030101010101" pitchFamily="2" charset="-122"/>
              </a:rPr>
              <a:t>    </a:t>
            </a:r>
            <a:r>
              <a:rPr lang="en-US" altLang="zh-CN" b="0" kern="2200" dirty="0" err="1">
                <a:solidFill>
                  <a:schemeClr val="tx1"/>
                </a:solidFill>
                <a:latin typeface="宋体" panose="02010600030101010101" pitchFamily="2" charset="-122"/>
                <a:ea typeface="宋体" panose="02010600030101010101" pitchFamily="2" charset="-122"/>
              </a:rPr>
              <a:t>int</a:t>
            </a:r>
            <a:r>
              <a:rPr lang="en-US" altLang="zh-CN" b="0" kern="2200" dirty="0">
                <a:solidFill>
                  <a:schemeClr val="tx1"/>
                </a:solidFill>
                <a:latin typeface="宋体" panose="02010600030101010101" pitchFamily="2" charset="-122"/>
                <a:ea typeface="宋体" panose="02010600030101010101" pitchFamily="2" charset="-122"/>
              </a:rPr>
              <a:t> n;</a:t>
            </a:r>
          </a:p>
          <a:p>
            <a:pPr marL="0" marR="0" indent="266700" algn="just">
              <a:spcBef>
                <a:spcPts val="0"/>
              </a:spcBef>
              <a:spcAft>
                <a:spcPts val="0"/>
              </a:spcAft>
            </a:pPr>
            <a:r>
              <a:rPr lang="en-US" altLang="zh-CN" b="0" kern="2200" dirty="0">
                <a:solidFill>
                  <a:schemeClr val="tx1"/>
                </a:solidFill>
                <a:latin typeface="宋体" panose="02010600030101010101" pitchFamily="2" charset="-122"/>
                <a:ea typeface="宋体" panose="02010600030101010101" pitchFamily="2" charset="-122"/>
              </a:rPr>
              <a:t>    </a:t>
            </a:r>
            <a:r>
              <a:rPr lang="en-US" altLang="zh-CN" b="0" kern="2200" dirty="0" err="1">
                <a:solidFill>
                  <a:schemeClr val="tx1"/>
                </a:solidFill>
                <a:latin typeface="宋体" panose="02010600030101010101" pitchFamily="2" charset="-122"/>
                <a:ea typeface="宋体" panose="02010600030101010101" pitchFamily="2" charset="-122"/>
              </a:rPr>
              <a:t>scanf</a:t>
            </a:r>
            <a:r>
              <a:rPr lang="en-US" altLang="zh-CN" b="0" kern="2200" dirty="0">
                <a:solidFill>
                  <a:schemeClr val="tx1"/>
                </a:solidFill>
                <a:latin typeface="宋体" panose="02010600030101010101" pitchFamily="2" charset="-122"/>
                <a:ea typeface="宋体" panose="02010600030101010101" pitchFamily="2" charset="-122"/>
              </a:rPr>
              <a:t>("%</a:t>
            </a:r>
            <a:r>
              <a:rPr lang="en-US" altLang="zh-CN" b="0" kern="2200" dirty="0" err="1">
                <a:solidFill>
                  <a:schemeClr val="tx1"/>
                </a:solidFill>
                <a:latin typeface="宋体" panose="02010600030101010101" pitchFamily="2" charset="-122"/>
                <a:ea typeface="宋体" panose="02010600030101010101" pitchFamily="2" charset="-122"/>
              </a:rPr>
              <a:t>d",&amp;n</a:t>
            </a:r>
            <a:r>
              <a:rPr lang="en-US" altLang="zh-CN" b="0" kern="2200" dirty="0">
                <a:solidFill>
                  <a:schemeClr val="tx1"/>
                </a:solidFill>
                <a:latin typeface="宋体" panose="02010600030101010101" pitchFamily="2" charset="-122"/>
                <a:ea typeface="宋体" panose="02010600030101010101" pitchFamily="2" charset="-122"/>
              </a:rPr>
              <a:t>);</a:t>
            </a:r>
          </a:p>
          <a:p>
            <a:pPr marL="0" marR="0" indent="266700" algn="just">
              <a:spcBef>
                <a:spcPts val="0"/>
              </a:spcBef>
              <a:spcAft>
                <a:spcPts val="0"/>
              </a:spcAft>
            </a:pPr>
            <a:r>
              <a:rPr lang="en-US" altLang="zh-CN" b="0" kern="2200" dirty="0">
                <a:solidFill>
                  <a:schemeClr val="tx1"/>
                </a:solidFill>
                <a:latin typeface="宋体" panose="02010600030101010101" pitchFamily="2" charset="-122"/>
                <a:ea typeface="宋体" panose="02010600030101010101" pitchFamily="2" charset="-122"/>
              </a:rPr>
              <a:t>    for(</a:t>
            </a:r>
            <a:r>
              <a:rPr lang="en-US" altLang="zh-CN" b="0" kern="2200" dirty="0" err="1">
                <a:solidFill>
                  <a:schemeClr val="tx1"/>
                </a:solidFill>
                <a:latin typeface="宋体" panose="02010600030101010101" pitchFamily="2" charset="-122"/>
                <a:ea typeface="宋体" panose="02010600030101010101" pitchFamily="2" charset="-122"/>
              </a:rPr>
              <a:t>int</a:t>
            </a:r>
            <a:r>
              <a:rPr lang="en-US" altLang="zh-CN" b="0" kern="2200" dirty="0">
                <a:solidFill>
                  <a:schemeClr val="tx1"/>
                </a:solidFill>
                <a:latin typeface="宋体" panose="02010600030101010101" pitchFamily="2" charset="-122"/>
                <a:ea typeface="宋体" panose="02010600030101010101" pitchFamily="2" charset="-122"/>
              </a:rPr>
              <a:t> </a:t>
            </a:r>
            <a:r>
              <a:rPr lang="en-US" altLang="zh-CN" b="0" kern="2200" dirty="0" err="1">
                <a:solidFill>
                  <a:schemeClr val="tx1"/>
                </a:solidFill>
                <a:latin typeface="宋体" panose="02010600030101010101" pitchFamily="2" charset="-122"/>
                <a:ea typeface="宋体" panose="02010600030101010101" pitchFamily="2" charset="-122"/>
              </a:rPr>
              <a:t>i</a:t>
            </a:r>
            <a:r>
              <a:rPr lang="en-US" altLang="zh-CN" b="0" kern="2200" dirty="0">
                <a:solidFill>
                  <a:schemeClr val="tx1"/>
                </a:solidFill>
                <a:latin typeface="宋体" panose="02010600030101010101" pitchFamily="2" charset="-122"/>
                <a:ea typeface="宋体" panose="02010600030101010101" pitchFamily="2" charset="-122"/>
              </a:rPr>
              <a:t>=1;i&lt;=</a:t>
            </a:r>
            <a:r>
              <a:rPr lang="en-US" altLang="zh-CN" b="0" kern="2200" dirty="0" err="1">
                <a:solidFill>
                  <a:schemeClr val="tx1"/>
                </a:solidFill>
                <a:latin typeface="宋体" panose="02010600030101010101" pitchFamily="2" charset="-122"/>
                <a:ea typeface="宋体" panose="02010600030101010101" pitchFamily="2" charset="-122"/>
              </a:rPr>
              <a:t>n;i</a:t>
            </a:r>
            <a:r>
              <a:rPr lang="en-US" altLang="zh-CN" b="0" kern="2200" dirty="0">
                <a:solidFill>
                  <a:schemeClr val="tx1"/>
                </a:solidFill>
                <a:latin typeface="宋体" panose="02010600030101010101" pitchFamily="2" charset="-122"/>
                <a:ea typeface="宋体" panose="02010600030101010101" pitchFamily="2" charset="-122"/>
              </a:rPr>
              <a:t>++)   </a:t>
            </a:r>
          </a:p>
          <a:p>
            <a:pPr marL="0" marR="0" indent="266700" algn="just">
              <a:spcBef>
                <a:spcPts val="0"/>
              </a:spcBef>
              <a:spcAft>
                <a:spcPts val="0"/>
              </a:spcAft>
            </a:pPr>
            <a:r>
              <a:rPr lang="en-US" altLang="zh-CN" b="0" kern="2200" dirty="0">
                <a:solidFill>
                  <a:schemeClr val="tx1"/>
                </a:solidFill>
                <a:latin typeface="宋体" panose="02010600030101010101" pitchFamily="2" charset="-122"/>
                <a:ea typeface="宋体" panose="02010600030101010101" pitchFamily="2" charset="-122"/>
              </a:rPr>
              <a:t>       </a:t>
            </a:r>
            <a:r>
              <a:rPr lang="en-US" altLang="zh-CN" b="0" kern="2200" dirty="0" err="1">
                <a:solidFill>
                  <a:schemeClr val="tx1"/>
                </a:solidFill>
                <a:latin typeface="宋体" panose="02010600030101010101" pitchFamily="2" charset="-122"/>
                <a:ea typeface="宋体" panose="02010600030101010101" pitchFamily="2" charset="-122"/>
              </a:rPr>
              <a:t>scanf</a:t>
            </a:r>
            <a:r>
              <a:rPr lang="en-US" altLang="zh-CN" b="0" kern="2200" dirty="0">
                <a:solidFill>
                  <a:schemeClr val="tx1"/>
                </a:solidFill>
                <a:latin typeface="宋体" panose="02010600030101010101" pitchFamily="2" charset="-122"/>
                <a:ea typeface="宋体" panose="02010600030101010101" pitchFamily="2" charset="-122"/>
              </a:rPr>
              <a:t>("%</a:t>
            </a:r>
            <a:r>
              <a:rPr lang="en-US" altLang="zh-CN" b="0" kern="2200" dirty="0" err="1">
                <a:solidFill>
                  <a:schemeClr val="tx1"/>
                </a:solidFill>
                <a:latin typeface="宋体" panose="02010600030101010101" pitchFamily="2" charset="-122"/>
                <a:ea typeface="宋体" panose="02010600030101010101" pitchFamily="2" charset="-122"/>
              </a:rPr>
              <a:t>d",&amp;a</a:t>
            </a:r>
            <a:r>
              <a:rPr lang="en-US" altLang="zh-CN" b="0" kern="2200" dirty="0">
                <a:solidFill>
                  <a:schemeClr val="tx1"/>
                </a:solidFill>
                <a:latin typeface="宋体" panose="02010600030101010101" pitchFamily="2" charset="-122"/>
                <a:ea typeface="宋体" panose="02010600030101010101" pitchFamily="2" charset="-122"/>
              </a:rPr>
              <a:t>[</a:t>
            </a:r>
            <a:r>
              <a:rPr lang="en-US" altLang="zh-CN" b="0" kern="2200" dirty="0" err="1">
                <a:solidFill>
                  <a:schemeClr val="tx1"/>
                </a:solidFill>
                <a:latin typeface="宋体" panose="02010600030101010101" pitchFamily="2" charset="-122"/>
                <a:ea typeface="宋体" panose="02010600030101010101" pitchFamily="2" charset="-122"/>
              </a:rPr>
              <a:t>i</a:t>
            </a:r>
            <a:r>
              <a:rPr lang="en-US" altLang="zh-CN" b="0" kern="2200" dirty="0">
                <a:solidFill>
                  <a:schemeClr val="tx1"/>
                </a:solidFill>
                <a:latin typeface="宋体" panose="02010600030101010101" pitchFamily="2" charset="-122"/>
                <a:ea typeface="宋体" panose="02010600030101010101" pitchFamily="2" charset="-122"/>
              </a:rPr>
              <a:t>]);       //</a:t>
            </a:r>
            <a:r>
              <a:rPr lang="zh-CN" altLang="en-US" b="0" kern="2200" dirty="0">
                <a:solidFill>
                  <a:schemeClr val="tx1"/>
                </a:solidFill>
                <a:latin typeface="宋体" panose="02010600030101010101" pitchFamily="2" charset="-122"/>
                <a:ea typeface="宋体" panose="02010600030101010101" pitchFamily="2" charset="-122"/>
              </a:rPr>
              <a:t>输入</a:t>
            </a:r>
            <a:r>
              <a:rPr lang="en-US" altLang="zh-CN" b="0" kern="2200" dirty="0">
                <a:solidFill>
                  <a:schemeClr val="tx1"/>
                </a:solidFill>
                <a:latin typeface="宋体" panose="02010600030101010101" pitchFamily="2" charset="-122"/>
                <a:ea typeface="宋体" panose="02010600030101010101" pitchFamily="2" charset="-122"/>
              </a:rPr>
              <a:t>n</a:t>
            </a:r>
            <a:r>
              <a:rPr lang="zh-CN" altLang="en-US" b="0" kern="2200" dirty="0">
                <a:solidFill>
                  <a:schemeClr val="tx1"/>
                </a:solidFill>
                <a:latin typeface="宋体" panose="02010600030101010101" pitchFamily="2" charset="-122"/>
                <a:ea typeface="宋体" panose="02010600030101010101" pitchFamily="2" charset="-122"/>
              </a:rPr>
              <a:t>个数        </a:t>
            </a:r>
          </a:p>
          <a:p>
            <a:pPr marL="0" marR="0" indent="266700" algn="just">
              <a:spcBef>
                <a:spcPts val="0"/>
              </a:spcBef>
              <a:spcAft>
                <a:spcPts val="0"/>
              </a:spcAft>
            </a:pPr>
            <a:r>
              <a:rPr lang="zh-CN" altLang="en-US" b="0" kern="2200" dirty="0">
                <a:solidFill>
                  <a:schemeClr val="tx1"/>
                </a:solidFill>
                <a:latin typeface="宋体" panose="02010600030101010101" pitchFamily="2" charset="-122"/>
                <a:ea typeface="宋体" panose="02010600030101010101" pitchFamily="2" charset="-122"/>
              </a:rPr>
              <a:t>    </a:t>
            </a:r>
            <a:r>
              <a:rPr lang="en-US" altLang="zh-CN" b="0" kern="2200" dirty="0" err="1">
                <a:solidFill>
                  <a:schemeClr val="tx1"/>
                </a:solidFill>
                <a:latin typeface="宋体" panose="02010600030101010101" pitchFamily="2" charset="-122"/>
                <a:ea typeface="宋体" panose="02010600030101010101" pitchFamily="2" charset="-122"/>
              </a:rPr>
              <a:t>int</a:t>
            </a:r>
            <a:r>
              <a:rPr lang="en-US" altLang="zh-CN" b="0" kern="2200" dirty="0">
                <a:solidFill>
                  <a:schemeClr val="tx1"/>
                </a:solidFill>
                <a:latin typeface="宋体" panose="02010600030101010101" pitchFamily="2" charset="-122"/>
                <a:ea typeface="宋体" panose="02010600030101010101" pitchFamily="2" charset="-122"/>
              </a:rPr>
              <a:t> s = 0;</a:t>
            </a:r>
          </a:p>
          <a:p>
            <a:pPr marL="0" marR="0" indent="266700" algn="just">
              <a:spcBef>
                <a:spcPts val="0"/>
              </a:spcBef>
              <a:spcAft>
                <a:spcPts val="0"/>
              </a:spcAft>
            </a:pPr>
            <a:r>
              <a:rPr lang="en-US" altLang="zh-CN" b="0" kern="2200" dirty="0">
                <a:solidFill>
                  <a:schemeClr val="tx1"/>
                </a:solidFill>
                <a:latin typeface="宋体" panose="02010600030101010101" pitchFamily="2" charset="-122"/>
                <a:ea typeface="宋体" panose="02010600030101010101" pitchFamily="2" charset="-122"/>
              </a:rPr>
              <a:t>    </a:t>
            </a:r>
            <a:r>
              <a:rPr lang="en-US" altLang="zh-CN" b="0" kern="2200" dirty="0">
                <a:solidFill>
                  <a:srgbClr val="FF0000"/>
                </a:solidFill>
                <a:latin typeface="宋体" panose="02010600030101010101" pitchFamily="2" charset="-122"/>
                <a:ea typeface="宋体" panose="02010600030101010101" pitchFamily="2" charset="-122"/>
              </a:rPr>
              <a:t>for</a:t>
            </a:r>
            <a:r>
              <a:rPr lang="en-US" altLang="zh-CN" b="0" kern="2200" dirty="0">
                <a:solidFill>
                  <a:schemeClr val="tx1"/>
                </a:solidFill>
                <a:latin typeface="宋体" panose="02010600030101010101" pitchFamily="2" charset="-122"/>
                <a:ea typeface="宋体" panose="02010600030101010101" pitchFamily="2" charset="-122"/>
              </a:rPr>
              <a:t>(</a:t>
            </a:r>
            <a:r>
              <a:rPr lang="en-US" altLang="zh-CN" b="0" kern="2200" dirty="0" err="1">
                <a:solidFill>
                  <a:schemeClr val="tx1"/>
                </a:solidFill>
                <a:latin typeface="宋体" panose="02010600030101010101" pitchFamily="2" charset="-122"/>
                <a:ea typeface="宋体" panose="02010600030101010101" pitchFamily="2" charset="-122"/>
              </a:rPr>
              <a:t>int</a:t>
            </a:r>
            <a:r>
              <a:rPr lang="en-US" altLang="zh-CN" b="0" kern="2200" dirty="0">
                <a:solidFill>
                  <a:schemeClr val="tx1"/>
                </a:solidFill>
                <a:latin typeface="宋体" panose="02010600030101010101" pitchFamily="2" charset="-122"/>
                <a:ea typeface="宋体" panose="02010600030101010101" pitchFamily="2" charset="-122"/>
              </a:rPr>
              <a:t> </a:t>
            </a:r>
            <a:r>
              <a:rPr lang="en-US" altLang="zh-CN" b="0" kern="2200" dirty="0" err="1">
                <a:solidFill>
                  <a:schemeClr val="tx1"/>
                </a:solidFill>
                <a:latin typeface="宋体" panose="02010600030101010101" pitchFamily="2" charset="-122"/>
                <a:ea typeface="宋体" panose="02010600030101010101" pitchFamily="2" charset="-122"/>
              </a:rPr>
              <a:t>i</a:t>
            </a:r>
            <a:r>
              <a:rPr lang="en-US" altLang="zh-CN" b="0" kern="2200" dirty="0">
                <a:solidFill>
                  <a:schemeClr val="tx1"/>
                </a:solidFill>
                <a:latin typeface="宋体" panose="02010600030101010101" pitchFamily="2" charset="-122"/>
                <a:ea typeface="宋体" panose="02010600030101010101" pitchFamily="2" charset="-122"/>
              </a:rPr>
              <a:t>=1;i&lt;=n-1;i++)     //</a:t>
            </a:r>
            <a:r>
              <a:rPr lang="zh-CN" altLang="en-US" b="0" kern="2200" dirty="0">
                <a:solidFill>
                  <a:schemeClr val="tx1"/>
                </a:solidFill>
                <a:latin typeface="宋体" panose="02010600030101010101" pitchFamily="2" charset="-122"/>
                <a:ea typeface="宋体" panose="02010600030101010101" pitchFamily="2" charset="-122"/>
              </a:rPr>
              <a:t>按公式求和</a:t>
            </a:r>
          </a:p>
          <a:p>
            <a:pPr marL="0" marR="0" indent="266700" algn="just">
              <a:spcBef>
                <a:spcPts val="0"/>
              </a:spcBef>
              <a:spcAft>
                <a:spcPts val="0"/>
              </a:spcAft>
            </a:pPr>
            <a:r>
              <a:rPr lang="zh-CN" altLang="en-US" b="0" kern="2200" dirty="0">
                <a:solidFill>
                  <a:schemeClr val="tx1"/>
                </a:solidFill>
                <a:latin typeface="宋体" panose="02010600030101010101" pitchFamily="2" charset="-122"/>
                <a:ea typeface="宋体" panose="02010600030101010101" pitchFamily="2" charset="-122"/>
              </a:rPr>
              <a:t>        </a:t>
            </a:r>
            <a:r>
              <a:rPr lang="en-US" altLang="zh-CN" b="0" kern="2200" dirty="0">
                <a:solidFill>
                  <a:srgbClr val="FF0000"/>
                </a:solidFill>
                <a:latin typeface="宋体" panose="02010600030101010101" pitchFamily="2" charset="-122"/>
                <a:ea typeface="宋体" panose="02010600030101010101" pitchFamily="2" charset="-122"/>
              </a:rPr>
              <a:t>for</a:t>
            </a:r>
            <a:r>
              <a:rPr lang="en-US" altLang="zh-CN" b="0" kern="2200" dirty="0">
                <a:solidFill>
                  <a:schemeClr val="tx1"/>
                </a:solidFill>
                <a:latin typeface="宋体" panose="02010600030101010101" pitchFamily="2" charset="-122"/>
                <a:ea typeface="宋体" panose="02010600030101010101" pitchFamily="2" charset="-122"/>
              </a:rPr>
              <a:t>(</a:t>
            </a:r>
            <a:r>
              <a:rPr lang="en-US" altLang="zh-CN" b="0" kern="2200" dirty="0" err="1">
                <a:solidFill>
                  <a:schemeClr val="tx1"/>
                </a:solidFill>
                <a:latin typeface="宋体" panose="02010600030101010101" pitchFamily="2" charset="-122"/>
                <a:ea typeface="宋体" panose="02010600030101010101" pitchFamily="2" charset="-122"/>
              </a:rPr>
              <a:t>int</a:t>
            </a:r>
            <a:r>
              <a:rPr lang="en-US" altLang="zh-CN" b="0" kern="2200" dirty="0">
                <a:solidFill>
                  <a:schemeClr val="tx1"/>
                </a:solidFill>
                <a:latin typeface="宋体" panose="02010600030101010101" pitchFamily="2" charset="-122"/>
                <a:ea typeface="宋体" panose="02010600030101010101" pitchFamily="2" charset="-122"/>
              </a:rPr>
              <a:t> j=i+1;j&lt;=</a:t>
            </a:r>
            <a:r>
              <a:rPr lang="en-US" altLang="zh-CN" b="0" kern="2200" dirty="0" err="1">
                <a:solidFill>
                  <a:schemeClr val="tx1"/>
                </a:solidFill>
                <a:latin typeface="宋体" panose="02010600030101010101" pitchFamily="2" charset="-122"/>
                <a:ea typeface="宋体" panose="02010600030101010101" pitchFamily="2" charset="-122"/>
              </a:rPr>
              <a:t>n;j</a:t>
            </a:r>
            <a:r>
              <a:rPr lang="en-US" altLang="zh-CN" b="0" kern="2200" dirty="0">
                <a:solidFill>
                  <a:schemeClr val="tx1"/>
                </a:solidFill>
                <a:latin typeface="宋体" panose="02010600030101010101" pitchFamily="2" charset="-122"/>
                <a:ea typeface="宋体" panose="02010600030101010101" pitchFamily="2" charset="-122"/>
              </a:rPr>
              <a:t>++)</a:t>
            </a:r>
          </a:p>
          <a:p>
            <a:pPr marL="0" marR="0" indent="266700" algn="just">
              <a:spcBef>
                <a:spcPts val="0"/>
              </a:spcBef>
              <a:spcAft>
                <a:spcPts val="0"/>
              </a:spcAft>
            </a:pPr>
            <a:r>
              <a:rPr lang="en-US" altLang="zh-CN" b="0" kern="2200" dirty="0">
                <a:solidFill>
                  <a:schemeClr val="tx1"/>
                </a:solidFill>
                <a:latin typeface="宋体" panose="02010600030101010101" pitchFamily="2" charset="-122"/>
                <a:ea typeface="宋体" panose="02010600030101010101" pitchFamily="2" charset="-122"/>
              </a:rPr>
              <a:t>            s += a[</a:t>
            </a:r>
            <a:r>
              <a:rPr lang="en-US" altLang="zh-CN" b="0" kern="2200" dirty="0" err="1">
                <a:solidFill>
                  <a:schemeClr val="tx1"/>
                </a:solidFill>
                <a:latin typeface="宋体" panose="02010600030101010101" pitchFamily="2" charset="-122"/>
                <a:ea typeface="宋体" panose="02010600030101010101" pitchFamily="2" charset="-122"/>
              </a:rPr>
              <a:t>i</a:t>
            </a:r>
            <a:r>
              <a:rPr lang="en-US" altLang="zh-CN" b="0" kern="2200" dirty="0">
                <a:solidFill>
                  <a:schemeClr val="tx1"/>
                </a:solidFill>
                <a:latin typeface="宋体" panose="02010600030101010101" pitchFamily="2" charset="-122"/>
                <a:ea typeface="宋体" panose="02010600030101010101" pitchFamily="2" charset="-122"/>
              </a:rPr>
              <a:t>]*a[j];</a:t>
            </a:r>
          </a:p>
          <a:p>
            <a:pPr marL="0" marR="0" indent="266700" algn="just">
              <a:spcBef>
                <a:spcPts val="0"/>
              </a:spcBef>
              <a:spcAft>
                <a:spcPts val="0"/>
              </a:spcAft>
            </a:pPr>
            <a:r>
              <a:rPr lang="en-US" altLang="zh-CN" b="0" kern="2200" dirty="0">
                <a:solidFill>
                  <a:schemeClr val="tx1"/>
                </a:solidFill>
                <a:latin typeface="宋体" panose="02010600030101010101" pitchFamily="2" charset="-122"/>
                <a:ea typeface="宋体" panose="02010600030101010101" pitchFamily="2" charset="-122"/>
              </a:rPr>
              <a:t>    </a:t>
            </a:r>
            <a:r>
              <a:rPr lang="en-US" altLang="zh-CN" b="0" kern="2200" dirty="0" err="1">
                <a:solidFill>
                  <a:schemeClr val="tx1"/>
                </a:solidFill>
                <a:latin typeface="宋体" panose="02010600030101010101" pitchFamily="2" charset="-122"/>
                <a:ea typeface="宋体" panose="02010600030101010101" pitchFamily="2" charset="-122"/>
              </a:rPr>
              <a:t>printf</a:t>
            </a:r>
            <a:r>
              <a:rPr lang="en-US" altLang="zh-CN" b="0" kern="2200" dirty="0">
                <a:solidFill>
                  <a:schemeClr val="tx1"/>
                </a:solidFill>
                <a:latin typeface="宋体" panose="02010600030101010101" pitchFamily="2" charset="-122"/>
                <a:ea typeface="宋体" panose="02010600030101010101" pitchFamily="2" charset="-122"/>
              </a:rPr>
              <a:t>("%</a:t>
            </a:r>
            <a:r>
              <a:rPr lang="en-US" altLang="zh-CN" b="0" kern="2200" dirty="0" err="1">
                <a:solidFill>
                  <a:schemeClr val="tx1"/>
                </a:solidFill>
                <a:latin typeface="宋体" panose="02010600030101010101" pitchFamily="2" charset="-122"/>
                <a:ea typeface="宋体" panose="02010600030101010101" pitchFamily="2" charset="-122"/>
              </a:rPr>
              <a:t>d",s</a:t>
            </a:r>
            <a:r>
              <a:rPr lang="en-US" altLang="zh-CN" b="0" kern="2200" dirty="0">
                <a:solidFill>
                  <a:schemeClr val="tx1"/>
                </a:solidFill>
                <a:latin typeface="宋体" panose="02010600030101010101" pitchFamily="2" charset="-122"/>
                <a:ea typeface="宋体" panose="02010600030101010101" pitchFamily="2" charset="-122"/>
              </a:rPr>
              <a:t>);</a:t>
            </a:r>
          </a:p>
          <a:p>
            <a:pPr marL="0" marR="0" indent="266700" algn="just">
              <a:spcBef>
                <a:spcPts val="0"/>
              </a:spcBef>
              <a:spcAft>
                <a:spcPts val="0"/>
              </a:spcAft>
            </a:pPr>
            <a:r>
              <a:rPr lang="en-US" altLang="zh-CN" b="0" kern="2200" dirty="0">
                <a:solidFill>
                  <a:schemeClr val="tx1"/>
                </a:solidFill>
                <a:latin typeface="宋体" panose="02010600030101010101" pitchFamily="2" charset="-122"/>
                <a:ea typeface="宋体" panose="02010600030101010101" pitchFamily="2" charset="-122"/>
              </a:rPr>
              <a:t>    return 0;</a:t>
            </a:r>
          </a:p>
          <a:p>
            <a:pPr marL="0" marR="0" indent="266700" algn="just">
              <a:spcBef>
                <a:spcPts val="0"/>
              </a:spcBef>
              <a:spcAft>
                <a:spcPts val="0"/>
              </a:spcAft>
            </a:pPr>
            <a:r>
              <a:rPr lang="en-US" altLang="zh-CN" b="0" kern="2200" dirty="0">
                <a:solidFill>
                  <a:schemeClr val="tx1"/>
                </a:solidFill>
                <a:latin typeface="宋体" panose="02010600030101010101" pitchFamily="2" charset="-122"/>
                <a:ea typeface="宋体" panose="02010600030101010101" pitchFamily="2" charset="-122"/>
              </a:rPr>
              <a:t>}</a:t>
            </a:r>
          </a:p>
        </p:txBody>
      </p:sp>
    </p:spTree>
  </p:cSld>
  <p:clrMapOvr>
    <a:masterClrMapping/>
  </p:clrMapOvr>
  <mc:AlternateContent xmlns:mc="http://schemas.openxmlformats.org/markup-compatibility/2006" xmlns:p14="http://schemas.microsoft.com/office/powerpoint/2010/main">
    <mc:Choice Requires="p14">
      <p:transition spd="slow" p14:dur="2000" advTm="102542"/>
    </mc:Choice>
    <mc:Fallback xmlns="">
      <p:transition spd="slow" advTm="102542"/>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Rectangle 2"/>
          <p:cNvSpPr txBox="1">
            <a:spLocks noChangeArrowheads="1"/>
          </p:cNvSpPr>
          <p:nvPr/>
        </p:nvSpPr>
        <p:spPr>
          <a:xfrm>
            <a:off x="445915" y="374900"/>
            <a:ext cx="10454100" cy="431152"/>
          </a:xfrm>
          <a:prstGeom prst="rect">
            <a:avLst/>
          </a:prstGeom>
          <a:noFill/>
          <a:ln w="9525">
            <a:noFill/>
            <a:miter lim="800000"/>
          </a:ln>
        </p:spPr>
        <p:txBody>
          <a:bodyPr vert="horz" wrap="square" lIns="91440" tIns="45720" rIns="91440" bIns="45720" numCol="1" anchor="b" anchorCtr="0" compatLnSpc="1"/>
          <a:lstStyle>
            <a:defPPr>
              <a:defRPr lang="en-US"/>
            </a:defPPr>
            <a:lvl1pPr algn="ctr" eaLnBrk="0" hangingPunct="0">
              <a:defRPr sz="5000">
                <a:solidFill>
                  <a:srgbClr val="CC0000"/>
                </a:solidFill>
                <a:effectLst>
                  <a:outerShdw blurRad="38100" dist="38100" dir="2700000" algn="tl">
                    <a:srgbClr val="000000">
                      <a:alpha val="43137"/>
                    </a:srgbClr>
                  </a:outerShdw>
                </a:effectLst>
                <a:latin typeface="+mn-lt"/>
                <a:ea typeface="+mj-ea"/>
                <a:cs typeface="+mj-cs"/>
              </a:defRPr>
            </a:lvl1pPr>
            <a:lvl2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2pPr>
            <a:lvl3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3pPr>
            <a:lvl4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4pPr>
            <a:lvl5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5pPr>
            <a:lvl6pPr marL="4572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6pPr>
            <a:lvl7pPr marL="9144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7pPr>
            <a:lvl8pPr marL="13716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8pPr>
            <a:lvl9pPr marL="18288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9pPr>
          </a:lstStyle>
          <a:p>
            <a:pPr algn="l"/>
            <a:r>
              <a:rPr lang="zh-CN" altLang="en-US" sz="3200" dirty="0">
                <a:solidFill>
                  <a:srgbClr val="0070C0"/>
                </a:solidFill>
                <a:effectLst/>
                <a:latin typeface="微软雅黑" panose="020B0503020204020204" pitchFamily="34" charset="-122"/>
                <a:ea typeface="微软雅黑" panose="020B0503020204020204" pitchFamily="34" charset="-122"/>
              </a:rPr>
              <a:t>代码</a:t>
            </a:r>
            <a:r>
              <a:rPr lang="en-US" altLang="zh-CN" sz="3200" dirty="0">
                <a:solidFill>
                  <a:srgbClr val="0070C0"/>
                </a:solidFill>
                <a:effectLst/>
                <a:latin typeface="微软雅黑" panose="020B0503020204020204" pitchFamily="34" charset="-122"/>
                <a:ea typeface="微软雅黑" panose="020B0503020204020204" pitchFamily="34" charset="-122"/>
              </a:rPr>
              <a:t>2</a:t>
            </a:r>
            <a:r>
              <a:rPr lang="zh-CN" altLang="en-US" sz="3200" dirty="0">
                <a:solidFill>
                  <a:srgbClr val="0070C0"/>
                </a:solidFill>
                <a:effectLst/>
                <a:latin typeface="微软雅黑" panose="020B0503020204020204" pitchFamily="34" charset="-122"/>
                <a:ea typeface="微软雅黑" panose="020B0503020204020204" pitchFamily="34" charset="-122"/>
              </a:rPr>
              <a:t>：</a:t>
            </a:r>
            <a:r>
              <a:rPr lang="en-US" altLang="zh-CN" sz="3200" dirty="0">
                <a:solidFill>
                  <a:srgbClr val="0070C0"/>
                </a:solidFill>
                <a:effectLst/>
                <a:latin typeface="微软雅黑" panose="020B0503020204020204" pitchFamily="34" charset="-122"/>
                <a:ea typeface="微软雅黑" panose="020B0503020204020204" pitchFamily="34" charset="-122"/>
              </a:rPr>
              <a:t>60%</a:t>
            </a:r>
            <a:r>
              <a:rPr lang="zh-CN" altLang="en-US" sz="3200" dirty="0">
                <a:solidFill>
                  <a:srgbClr val="0070C0"/>
                </a:solidFill>
                <a:effectLst/>
                <a:latin typeface="微软雅黑" panose="020B0503020204020204" pitchFamily="34" charset="-122"/>
                <a:ea typeface="微软雅黑" panose="020B0503020204020204" pitchFamily="34" charset="-122"/>
              </a:rPr>
              <a:t>得分</a:t>
            </a:r>
          </a:p>
        </p:txBody>
      </p:sp>
      <p:sp>
        <p:nvSpPr>
          <p:cNvPr id="2" name="灯片编号占位符 1"/>
          <p:cNvSpPr>
            <a:spLocks noGrp="1"/>
          </p:cNvSpPr>
          <p:nvPr>
            <p:ph type="sldNum" sz="quarter" idx="12"/>
          </p:nvPr>
        </p:nvSpPr>
        <p:spPr/>
        <p:txBody>
          <a:bodyPr vert="horz" lIns="91440" tIns="45720" rIns="91440" bIns="45720" rtlCol="0" anchor="ctr"/>
          <a:lstStyle/>
          <a:p>
            <a:fld id="{217794D7-36C4-4E93-AE7A-0CAF6AF174FC}" type="slidenum">
              <a:rPr lang="zh-CN" altLang="en-US" b="0" smtClean="0">
                <a:solidFill>
                  <a:schemeClr val="tx1"/>
                </a:solidFill>
              </a:rPr>
              <a:t>30</a:t>
            </a:fld>
            <a:endParaRPr lang="en-US" altLang="zh-CN" b="0" dirty="0">
              <a:solidFill>
                <a:schemeClr val="tx1"/>
              </a:solidFill>
            </a:endParaRPr>
          </a:p>
        </p:txBody>
      </p:sp>
      <p:sp>
        <p:nvSpPr>
          <p:cNvPr id="21" name="内容占位符 2"/>
          <p:cNvSpPr txBox="1"/>
          <p:nvPr/>
        </p:nvSpPr>
        <p:spPr>
          <a:xfrm>
            <a:off x="598619" y="895747"/>
            <a:ext cx="5039265" cy="543464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0"/>
              </a:spcBef>
              <a:buFont typeface="Wingdings" panose="05000000000000000000" pitchFamily="2" charset="2"/>
              <a:buChar char="ü"/>
            </a:pPr>
            <a:r>
              <a:rPr lang="en-US" altLang="zh-CN" sz="2000" b="0" kern="2200" dirty="0" err="1">
                <a:solidFill>
                  <a:schemeClr val="tx1"/>
                </a:solidFill>
                <a:latin typeface="宋体" panose="02010600030101010101" pitchFamily="2" charset="-122"/>
                <a:ea typeface="宋体" panose="02010600030101010101" pitchFamily="2" charset="-122"/>
                <a:sym typeface="+mn-ea"/>
              </a:rPr>
              <a:t>int s=0 </a:t>
            </a:r>
            <a:r>
              <a:rPr lang="zh-CN" altLang="en-US" sz="2000" b="0" kern="2200" dirty="0" err="1">
                <a:solidFill>
                  <a:schemeClr val="tx1"/>
                </a:solidFill>
                <a:latin typeface="宋体" panose="02010600030101010101" pitchFamily="2" charset="-122"/>
                <a:ea typeface="宋体" panose="02010600030101010101" pitchFamily="2" charset="-122"/>
                <a:sym typeface="+mn-ea"/>
              </a:rPr>
              <a:t>修改为</a:t>
            </a:r>
            <a:r>
              <a:rPr lang="en-US" altLang="zh-CN" sz="2000" b="0" kern="2200" dirty="0" err="1">
                <a:solidFill>
                  <a:schemeClr val="tx1"/>
                </a:solidFill>
                <a:latin typeface="宋体" panose="02010600030101010101" pitchFamily="2" charset="-122"/>
                <a:ea typeface="宋体" panose="02010600030101010101" pitchFamily="2" charset="-122"/>
                <a:sym typeface="+mn-ea"/>
              </a:rPr>
              <a:t>long long</a:t>
            </a:r>
            <a:r>
              <a:rPr lang="en-US" altLang="zh-CN" sz="2000" b="0" kern="2200" dirty="0">
                <a:solidFill>
                  <a:schemeClr val="tx1"/>
                </a:solidFill>
                <a:latin typeface="宋体" panose="02010600030101010101" pitchFamily="2" charset="-122"/>
                <a:ea typeface="宋体" panose="02010600030101010101" pitchFamily="2" charset="-122"/>
                <a:sym typeface="+mn-ea"/>
              </a:rPr>
              <a:t> s=0</a:t>
            </a:r>
          </a:p>
          <a:p>
            <a:pPr>
              <a:lnSpc>
                <a:spcPct val="120000"/>
              </a:lnSpc>
              <a:spcBef>
                <a:spcPts val="0"/>
              </a:spcBef>
              <a:buFont typeface="Wingdings" panose="05000000000000000000" pitchFamily="2" charset="2"/>
              <a:buChar char="ü"/>
            </a:pPr>
            <a:r>
              <a:rPr lang="en-US" altLang="zh-CN" sz="2000" b="0" kern="2200" dirty="0" err="1">
                <a:solidFill>
                  <a:schemeClr val="tx1"/>
                </a:solidFill>
                <a:latin typeface="宋体" panose="02010600030101010101" pitchFamily="2" charset="-122"/>
                <a:ea typeface="宋体" panose="02010600030101010101" pitchFamily="2" charset="-122"/>
                <a:sym typeface="+mn-ea"/>
              </a:rPr>
              <a:t>printf</a:t>
            </a:r>
            <a:r>
              <a:rPr lang="en-US" altLang="zh-CN" sz="2000" b="0" kern="2200" dirty="0">
                <a:solidFill>
                  <a:schemeClr val="tx1"/>
                </a:solidFill>
                <a:latin typeface="宋体" panose="02010600030101010101" pitchFamily="2" charset="-122"/>
                <a:ea typeface="宋体" panose="02010600030101010101" pitchFamily="2" charset="-122"/>
                <a:sym typeface="+mn-ea"/>
              </a:rPr>
              <a:t>("%</a:t>
            </a:r>
            <a:r>
              <a:rPr lang="en-US" altLang="zh-CN" sz="2000" b="0" kern="2200" dirty="0" err="1">
                <a:solidFill>
                  <a:schemeClr val="tx1"/>
                </a:solidFill>
                <a:latin typeface="宋体" panose="02010600030101010101" pitchFamily="2" charset="-122"/>
                <a:ea typeface="宋体" panose="02010600030101010101" pitchFamily="2" charset="-122"/>
                <a:sym typeface="+mn-ea"/>
              </a:rPr>
              <a:t>d",s</a:t>
            </a:r>
            <a:r>
              <a:rPr lang="en-US" altLang="zh-CN" sz="2000" b="0" kern="2200" dirty="0">
                <a:solidFill>
                  <a:schemeClr val="tx1"/>
                </a:solidFill>
                <a:latin typeface="宋体" panose="02010600030101010101" pitchFamily="2" charset="-122"/>
                <a:ea typeface="宋体" panose="02010600030101010101" pitchFamily="2" charset="-122"/>
                <a:sym typeface="+mn-ea"/>
              </a:rPr>
              <a:t>)</a:t>
            </a:r>
            <a:r>
              <a:rPr lang="zh-CN" altLang="en-US" sz="2000" b="0" kern="2200" dirty="0">
                <a:solidFill>
                  <a:schemeClr val="tx1"/>
                </a:solidFill>
                <a:latin typeface="宋体" panose="02010600030101010101" pitchFamily="2" charset="-122"/>
                <a:ea typeface="宋体" panose="02010600030101010101" pitchFamily="2" charset="-122"/>
                <a:sym typeface="+mn-ea"/>
              </a:rPr>
              <a:t>修改为</a:t>
            </a:r>
            <a:r>
              <a:rPr lang="en-US" altLang="zh-CN" sz="2000" b="0" kern="2200" dirty="0" err="1">
                <a:solidFill>
                  <a:schemeClr val="tx1"/>
                </a:solidFill>
                <a:latin typeface="宋体" panose="02010600030101010101" pitchFamily="2" charset="-122"/>
                <a:ea typeface="宋体" panose="02010600030101010101" pitchFamily="2" charset="-122"/>
                <a:sym typeface="+mn-ea"/>
              </a:rPr>
              <a:t>printf</a:t>
            </a:r>
            <a:r>
              <a:rPr lang="en-US" altLang="zh-CN" sz="2000" b="0" kern="2200" dirty="0">
                <a:solidFill>
                  <a:schemeClr val="tx1"/>
                </a:solidFill>
                <a:latin typeface="宋体" panose="02010600030101010101" pitchFamily="2" charset="-122"/>
                <a:ea typeface="宋体" panose="02010600030101010101" pitchFamily="2" charset="-122"/>
                <a:sym typeface="+mn-ea"/>
              </a:rPr>
              <a:t>("%ll</a:t>
            </a:r>
            <a:r>
              <a:rPr lang="en-US" altLang="zh-CN" sz="2000" b="0" kern="2200" dirty="0" err="1">
                <a:solidFill>
                  <a:schemeClr val="tx1"/>
                </a:solidFill>
                <a:latin typeface="宋体" panose="02010600030101010101" pitchFamily="2" charset="-122"/>
                <a:ea typeface="宋体" panose="02010600030101010101" pitchFamily="2" charset="-122"/>
                <a:sym typeface="+mn-ea"/>
              </a:rPr>
              <a:t>d",s</a:t>
            </a:r>
            <a:r>
              <a:rPr lang="en-US" altLang="zh-CN" sz="2000" b="0" kern="2200" dirty="0">
                <a:solidFill>
                  <a:schemeClr val="tx1"/>
                </a:solidFill>
                <a:latin typeface="宋体" panose="02010600030101010101" pitchFamily="2" charset="-122"/>
                <a:ea typeface="宋体" panose="02010600030101010101" pitchFamily="2" charset="-122"/>
                <a:sym typeface="+mn-ea"/>
              </a:rPr>
              <a:t>)</a:t>
            </a:r>
          </a:p>
        </p:txBody>
      </p:sp>
      <p:sp>
        <p:nvSpPr>
          <p:cNvPr id="3" name="矩形 2"/>
          <p:cNvSpPr/>
          <p:nvPr/>
        </p:nvSpPr>
        <p:spPr>
          <a:xfrm>
            <a:off x="5485155" y="896185"/>
            <a:ext cx="6096000" cy="4399915"/>
          </a:xfrm>
          <a:prstGeom prst="rect">
            <a:avLst/>
          </a:prstGeom>
          <a:ln w="12700" cmpd="sng">
            <a:solidFill>
              <a:schemeClr val="accent1">
                <a:shade val="50000"/>
              </a:schemeClr>
            </a:solidFill>
            <a:prstDash val="solid"/>
          </a:ln>
        </p:spPr>
        <p:txBody>
          <a:bodyPr wrap="square">
            <a:spAutoFit/>
          </a:bodyPr>
          <a:lstStyle/>
          <a:p>
            <a:pPr marL="0" marR="0" indent="266700" algn="just">
              <a:spcBef>
                <a:spcPts val="0"/>
              </a:spcBef>
              <a:spcAft>
                <a:spcPts val="0"/>
              </a:spcAft>
            </a:pPr>
            <a:r>
              <a:rPr lang="en-US" altLang="zh-CN" b="0" kern="2200" dirty="0">
                <a:solidFill>
                  <a:schemeClr val="tx1"/>
                </a:solidFill>
                <a:latin typeface="宋体" panose="02010600030101010101" pitchFamily="2" charset="-122"/>
                <a:ea typeface="宋体" panose="02010600030101010101" pitchFamily="2" charset="-122"/>
              </a:rPr>
              <a:t>#include&lt;</a:t>
            </a:r>
            <a:r>
              <a:rPr lang="en-US" altLang="zh-CN" b="0" kern="2200" dirty="0" err="1">
                <a:solidFill>
                  <a:schemeClr val="tx1"/>
                </a:solidFill>
                <a:latin typeface="宋体" panose="02010600030101010101" pitchFamily="2" charset="-122"/>
                <a:ea typeface="宋体" panose="02010600030101010101" pitchFamily="2" charset="-122"/>
              </a:rPr>
              <a:t>stdio.h</a:t>
            </a:r>
            <a:r>
              <a:rPr lang="en-US" altLang="zh-CN" b="0" kern="2200" dirty="0">
                <a:solidFill>
                  <a:schemeClr val="tx1"/>
                </a:solidFill>
                <a:latin typeface="宋体" panose="02010600030101010101" pitchFamily="2" charset="-122"/>
                <a:ea typeface="宋体" panose="02010600030101010101" pitchFamily="2" charset="-122"/>
              </a:rPr>
              <a:t>&gt;</a:t>
            </a:r>
          </a:p>
          <a:p>
            <a:pPr marL="0" marR="0" indent="266700" algn="just">
              <a:spcBef>
                <a:spcPts val="0"/>
              </a:spcBef>
              <a:spcAft>
                <a:spcPts val="0"/>
              </a:spcAft>
            </a:pPr>
            <a:r>
              <a:rPr lang="en-US" altLang="zh-CN" b="0" kern="2200" dirty="0" err="1">
                <a:solidFill>
                  <a:schemeClr val="tx1"/>
                </a:solidFill>
                <a:latin typeface="宋体" panose="02010600030101010101" pitchFamily="2" charset="-122"/>
                <a:ea typeface="宋体" panose="02010600030101010101" pitchFamily="2" charset="-122"/>
              </a:rPr>
              <a:t>int</a:t>
            </a:r>
            <a:r>
              <a:rPr lang="en-US" altLang="zh-CN" b="0" kern="2200" dirty="0">
                <a:solidFill>
                  <a:schemeClr val="tx1"/>
                </a:solidFill>
                <a:latin typeface="宋体" panose="02010600030101010101" pitchFamily="2" charset="-122"/>
                <a:ea typeface="宋体" panose="02010600030101010101" pitchFamily="2" charset="-122"/>
              </a:rPr>
              <a:t> a[200010];</a:t>
            </a:r>
          </a:p>
          <a:p>
            <a:pPr marL="0" marR="0" indent="266700" algn="just">
              <a:spcBef>
                <a:spcPts val="0"/>
              </a:spcBef>
              <a:spcAft>
                <a:spcPts val="0"/>
              </a:spcAft>
            </a:pPr>
            <a:r>
              <a:rPr lang="en-US" altLang="zh-CN" b="0" kern="2200" dirty="0" err="1">
                <a:solidFill>
                  <a:schemeClr val="tx1"/>
                </a:solidFill>
                <a:latin typeface="宋体" panose="02010600030101010101" pitchFamily="2" charset="-122"/>
                <a:ea typeface="宋体" panose="02010600030101010101" pitchFamily="2" charset="-122"/>
              </a:rPr>
              <a:t>int</a:t>
            </a:r>
            <a:r>
              <a:rPr lang="en-US" altLang="zh-CN" b="0" kern="2200" dirty="0">
                <a:solidFill>
                  <a:schemeClr val="tx1"/>
                </a:solidFill>
                <a:latin typeface="宋体" panose="02010600030101010101" pitchFamily="2" charset="-122"/>
                <a:ea typeface="宋体" panose="02010600030101010101" pitchFamily="2" charset="-122"/>
              </a:rPr>
              <a:t> main(){</a:t>
            </a:r>
          </a:p>
          <a:p>
            <a:pPr marL="0" marR="0" indent="266700" algn="just">
              <a:spcBef>
                <a:spcPts val="0"/>
              </a:spcBef>
              <a:spcAft>
                <a:spcPts val="0"/>
              </a:spcAft>
            </a:pPr>
            <a:r>
              <a:rPr lang="en-US" altLang="zh-CN" b="0" kern="2200" dirty="0">
                <a:solidFill>
                  <a:schemeClr val="tx1"/>
                </a:solidFill>
                <a:latin typeface="宋体" panose="02010600030101010101" pitchFamily="2" charset="-122"/>
                <a:ea typeface="宋体" panose="02010600030101010101" pitchFamily="2" charset="-122"/>
              </a:rPr>
              <a:t>    </a:t>
            </a:r>
            <a:r>
              <a:rPr lang="en-US" altLang="zh-CN" b="0" kern="2200" dirty="0" err="1">
                <a:solidFill>
                  <a:schemeClr val="tx1"/>
                </a:solidFill>
                <a:latin typeface="宋体" panose="02010600030101010101" pitchFamily="2" charset="-122"/>
                <a:ea typeface="宋体" panose="02010600030101010101" pitchFamily="2" charset="-122"/>
              </a:rPr>
              <a:t>int</a:t>
            </a:r>
            <a:r>
              <a:rPr lang="en-US" altLang="zh-CN" b="0" kern="2200" dirty="0">
                <a:solidFill>
                  <a:schemeClr val="tx1"/>
                </a:solidFill>
                <a:latin typeface="宋体" panose="02010600030101010101" pitchFamily="2" charset="-122"/>
                <a:ea typeface="宋体" panose="02010600030101010101" pitchFamily="2" charset="-122"/>
              </a:rPr>
              <a:t> n;</a:t>
            </a:r>
          </a:p>
          <a:p>
            <a:pPr marL="0" marR="0" indent="266700" algn="just">
              <a:spcBef>
                <a:spcPts val="0"/>
              </a:spcBef>
              <a:spcAft>
                <a:spcPts val="0"/>
              </a:spcAft>
            </a:pPr>
            <a:r>
              <a:rPr lang="en-US" altLang="zh-CN" b="0" kern="2200" dirty="0">
                <a:solidFill>
                  <a:schemeClr val="tx1"/>
                </a:solidFill>
                <a:latin typeface="宋体" panose="02010600030101010101" pitchFamily="2" charset="-122"/>
                <a:ea typeface="宋体" panose="02010600030101010101" pitchFamily="2" charset="-122"/>
              </a:rPr>
              <a:t>    </a:t>
            </a:r>
            <a:r>
              <a:rPr lang="en-US" altLang="zh-CN" b="0" kern="2200" dirty="0" err="1">
                <a:solidFill>
                  <a:schemeClr val="tx1"/>
                </a:solidFill>
                <a:latin typeface="宋体" panose="02010600030101010101" pitchFamily="2" charset="-122"/>
                <a:ea typeface="宋体" panose="02010600030101010101" pitchFamily="2" charset="-122"/>
              </a:rPr>
              <a:t>scanf</a:t>
            </a:r>
            <a:r>
              <a:rPr lang="en-US" altLang="zh-CN" b="0" kern="2200" dirty="0">
                <a:solidFill>
                  <a:schemeClr val="tx1"/>
                </a:solidFill>
                <a:latin typeface="宋体" panose="02010600030101010101" pitchFamily="2" charset="-122"/>
                <a:ea typeface="宋体" panose="02010600030101010101" pitchFamily="2" charset="-122"/>
              </a:rPr>
              <a:t>("%</a:t>
            </a:r>
            <a:r>
              <a:rPr lang="en-US" altLang="zh-CN" b="0" kern="2200" dirty="0" err="1">
                <a:solidFill>
                  <a:schemeClr val="tx1"/>
                </a:solidFill>
                <a:latin typeface="宋体" panose="02010600030101010101" pitchFamily="2" charset="-122"/>
                <a:ea typeface="宋体" panose="02010600030101010101" pitchFamily="2" charset="-122"/>
              </a:rPr>
              <a:t>d",&amp;n</a:t>
            </a:r>
            <a:r>
              <a:rPr lang="en-US" altLang="zh-CN" b="0" kern="2200" dirty="0">
                <a:solidFill>
                  <a:schemeClr val="tx1"/>
                </a:solidFill>
                <a:latin typeface="宋体" panose="02010600030101010101" pitchFamily="2" charset="-122"/>
                <a:ea typeface="宋体" panose="02010600030101010101" pitchFamily="2" charset="-122"/>
              </a:rPr>
              <a:t>);</a:t>
            </a:r>
          </a:p>
          <a:p>
            <a:pPr marL="0" marR="0" indent="266700" algn="just">
              <a:spcBef>
                <a:spcPts val="0"/>
              </a:spcBef>
              <a:spcAft>
                <a:spcPts val="0"/>
              </a:spcAft>
            </a:pPr>
            <a:r>
              <a:rPr lang="en-US" altLang="zh-CN" b="0" kern="2200" dirty="0">
                <a:solidFill>
                  <a:schemeClr val="tx1"/>
                </a:solidFill>
                <a:latin typeface="宋体" panose="02010600030101010101" pitchFamily="2" charset="-122"/>
                <a:ea typeface="宋体" panose="02010600030101010101" pitchFamily="2" charset="-122"/>
              </a:rPr>
              <a:t>    for(</a:t>
            </a:r>
            <a:r>
              <a:rPr lang="en-US" altLang="zh-CN" b="0" kern="2200" dirty="0" err="1">
                <a:solidFill>
                  <a:schemeClr val="tx1"/>
                </a:solidFill>
                <a:latin typeface="宋体" panose="02010600030101010101" pitchFamily="2" charset="-122"/>
                <a:ea typeface="宋体" panose="02010600030101010101" pitchFamily="2" charset="-122"/>
              </a:rPr>
              <a:t>int</a:t>
            </a:r>
            <a:r>
              <a:rPr lang="en-US" altLang="zh-CN" b="0" kern="2200" dirty="0">
                <a:solidFill>
                  <a:schemeClr val="tx1"/>
                </a:solidFill>
                <a:latin typeface="宋体" panose="02010600030101010101" pitchFamily="2" charset="-122"/>
                <a:ea typeface="宋体" panose="02010600030101010101" pitchFamily="2" charset="-122"/>
              </a:rPr>
              <a:t> </a:t>
            </a:r>
            <a:r>
              <a:rPr lang="en-US" altLang="zh-CN" b="0" kern="2200" dirty="0" err="1">
                <a:solidFill>
                  <a:schemeClr val="tx1"/>
                </a:solidFill>
                <a:latin typeface="宋体" panose="02010600030101010101" pitchFamily="2" charset="-122"/>
                <a:ea typeface="宋体" panose="02010600030101010101" pitchFamily="2" charset="-122"/>
              </a:rPr>
              <a:t>i</a:t>
            </a:r>
            <a:r>
              <a:rPr lang="en-US" altLang="zh-CN" b="0" kern="2200" dirty="0">
                <a:solidFill>
                  <a:schemeClr val="tx1"/>
                </a:solidFill>
                <a:latin typeface="宋体" panose="02010600030101010101" pitchFamily="2" charset="-122"/>
                <a:ea typeface="宋体" panose="02010600030101010101" pitchFamily="2" charset="-122"/>
              </a:rPr>
              <a:t>=1;i&lt;=</a:t>
            </a:r>
            <a:r>
              <a:rPr lang="en-US" altLang="zh-CN" b="0" kern="2200" dirty="0" err="1">
                <a:solidFill>
                  <a:schemeClr val="tx1"/>
                </a:solidFill>
                <a:latin typeface="宋体" panose="02010600030101010101" pitchFamily="2" charset="-122"/>
                <a:ea typeface="宋体" panose="02010600030101010101" pitchFamily="2" charset="-122"/>
              </a:rPr>
              <a:t>n;i</a:t>
            </a:r>
            <a:r>
              <a:rPr lang="en-US" altLang="zh-CN" b="0" kern="2200" dirty="0">
                <a:solidFill>
                  <a:schemeClr val="tx1"/>
                </a:solidFill>
                <a:latin typeface="宋体" panose="02010600030101010101" pitchFamily="2" charset="-122"/>
                <a:ea typeface="宋体" panose="02010600030101010101" pitchFamily="2" charset="-122"/>
              </a:rPr>
              <a:t>++)   </a:t>
            </a:r>
          </a:p>
          <a:p>
            <a:pPr marL="0" marR="0" indent="266700" algn="just">
              <a:spcBef>
                <a:spcPts val="0"/>
              </a:spcBef>
              <a:spcAft>
                <a:spcPts val="0"/>
              </a:spcAft>
            </a:pPr>
            <a:r>
              <a:rPr lang="en-US" altLang="zh-CN" b="0" kern="2200" dirty="0">
                <a:solidFill>
                  <a:schemeClr val="tx1"/>
                </a:solidFill>
                <a:latin typeface="宋体" panose="02010600030101010101" pitchFamily="2" charset="-122"/>
                <a:ea typeface="宋体" panose="02010600030101010101" pitchFamily="2" charset="-122"/>
              </a:rPr>
              <a:t>       </a:t>
            </a:r>
            <a:r>
              <a:rPr lang="en-US" altLang="zh-CN" b="0" kern="2200" dirty="0" err="1">
                <a:solidFill>
                  <a:schemeClr val="tx1"/>
                </a:solidFill>
                <a:latin typeface="宋体" panose="02010600030101010101" pitchFamily="2" charset="-122"/>
                <a:ea typeface="宋体" panose="02010600030101010101" pitchFamily="2" charset="-122"/>
              </a:rPr>
              <a:t>scanf</a:t>
            </a:r>
            <a:r>
              <a:rPr lang="en-US" altLang="zh-CN" b="0" kern="2200" dirty="0">
                <a:solidFill>
                  <a:schemeClr val="tx1"/>
                </a:solidFill>
                <a:latin typeface="宋体" panose="02010600030101010101" pitchFamily="2" charset="-122"/>
                <a:ea typeface="宋体" panose="02010600030101010101" pitchFamily="2" charset="-122"/>
              </a:rPr>
              <a:t>("%</a:t>
            </a:r>
            <a:r>
              <a:rPr lang="en-US" altLang="zh-CN" b="0" kern="2200" dirty="0" err="1">
                <a:solidFill>
                  <a:schemeClr val="tx1"/>
                </a:solidFill>
                <a:latin typeface="宋体" panose="02010600030101010101" pitchFamily="2" charset="-122"/>
                <a:ea typeface="宋体" panose="02010600030101010101" pitchFamily="2" charset="-122"/>
              </a:rPr>
              <a:t>d",&amp;a</a:t>
            </a:r>
            <a:r>
              <a:rPr lang="en-US" altLang="zh-CN" b="0" kern="2200" dirty="0">
                <a:solidFill>
                  <a:schemeClr val="tx1"/>
                </a:solidFill>
                <a:latin typeface="宋体" panose="02010600030101010101" pitchFamily="2" charset="-122"/>
                <a:ea typeface="宋体" panose="02010600030101010101" pitchFamily="2" charset="-122"/>
              </a:rPr>
              <a:t>[</a:t>
            </a:r>
            <a:r>
              <a:rPr lang="en-US" altLang="zh-CN" b="0" kern="2200" dirty="0" err="1">
                <a:solidFill>
                  <a:schemeClr val="tx1"/>
                </a:solidFill>
                <a:latin typeface="宋体" panose="02010600030101010101" pitchFamily="2" charset="-122"/>
                <a:ea typeface="宋体" panose="02010600030101010101" pitchFamily="2" charset="-122"/>
              </a:rPr>
              <a:t>i</a:t>
            </a:r>
            <a:r>
              <a:rPr lang="en-US" altLang="zh-CN" b="0" kern="2200" dirty="0">
                <a:solidFill>
                  <a:schemeClr val="tx1"/>
                </a:solidFill>
                <a:latin typeface="宋体" panose="02010600030101010101" pitchFamily="2" charset="-122"/>
                <a:ea typeface="宋体" panose="02010600030101010101" pitchFamily="2" charset="-122"/>
              </a:rPr>
              <a:t>]);       //</a:t>
            </a:r>
            <a:r>
              <a:rPr lang="zh-CN" altLang="en-US" b="0" kern="2200" dirty="0">
                <a:solidFill>
                  <a:schemeClr val="tx1"/>
                </a:solidFill>
                <a:latin typeface="宋体" panose="02010600030101010101" pitchFamily="2" charset="-122"/>
                <a:ea typeface="宋体" panose="02010600030101010101" pitchFamily="2" charset="-122"/>
              </a:rPr>
              <a:t>输入</a:t>
            </a:r>
            <a:r>
              <a:rPr lang="en-US" altLang="zh-CN" b="0" kern="2200" dirty="0">
                <a:solidFill>
                  <a:schemeClr val="tx1"/>
                </a:solidFill>
                <a:latin typeface="宋体" panose="02010600030101010101" pitchFamily="2" charset="-122"/>
                <a:ea typeface="宋体" panose="02010600030101010101" pitchFamily="2" charset="-122"/>
              </a:rPr>
              <a:t>n</a:t>
            </a:r>
            <a:r>
              <a:rPr lang="zh-CN" altLang="en-US" b="0" kern="2200" dirty="0">
                <a:solidFill>
                  <a:schemeClr val="tx1"/>
                </a:solidFill>
                <a:latin typeface="宋体" panose="02010600030101010101" pitchFamily="2" charset="-122"/>
                <a:ea typeface="宋体" panose="02010600030101010101" pitchFamily="2" charset="-122"/>
              </a:rPr>
              <a:t>个数        </a:t>
            </a:r>
          </a:p>
          <a:p>
            <a:pPr marL="0" marR="0" indent="266700" algn="just">
              <a:spcBef>
                <a:spcPts val="0"/>
              </a:spcBef>
              <a:spcAft>
                <a:spcPts val="0"/>
              </a:spcAft>
            </a:pPr>
            <a:r>
              <a:rPr lang="zh-CN" altLang="en-US" b="0" kern="2200" dirty="0">
                <a:solidFill>
                  <a:schemeClr val="tx1"/>
                </a:solidFill>
                <a:latin typeface="宋体" panose="02010600030101010101" pitchFamily="2" charset="-122"/>
                <a:ea typeface="宋体" panose="02010600030101010101" pitchFamily="2" charset="-122"/>
              </a:rPr>
              <a:t>    </a:t>
            </a:r>
            <a:r>
              <a:rPr lang="en-US" altLang="zh-CN" b="0" kern="2200" dirty="0" err="1">
                <a:solidFill>
                  <a:srgbClr val="FF0000"/>
                </a:solidFill>
                <a:latin typeface="宋体" panose="02010600030101010101" pitchFamily="2" charset="-122"/>
                <a:ea typeface="宋体" panose="02010600030101010101" pitchFamily="2" charset="-122"/>
              </a:rPr>
              <a:t>long long</a:t>
            </a:r>
            <a:r>
              <a:rPr lang="en-US" altLang="zh-CN" b="0" kern="2200" dirty="0">
                <a:solidFill>
                  <a:schemeClr val="tx1"/>
                </a:solidFill>
                <a:latin typeface="宋体" panose="02010600030101010101" pitchFamily="2" charset="-122"/>
                <a:ea typeface="宋体" panose="02010600030101010101" pitchFamily="2" charset="-122"/>
              </a:rPr>
              <a:t> s = 0;</a:t>
            </a:r>
          </a:p>
          <a:p>
            <a:pPr marL="0" marR="0" indent="266700" algn="just">
              <a:spcBef>
                <a:spcPts val="0"/>
              </a:spcBef>
              <a:spcAft>
                <a:spcPts val="0"/>
              </a:spcAft>
            </a:pPr>
            <a:r>
              <a:rPr lang="en-US" altLang="zh-CN" b="0" kern="2200" dirty="0">
                <a:solidFill>
                  <a:schemeClr val="tx1"/>
                </a:solidFill>
                <a:latin typeface="宋体" panose="02010600030101010101" pitchFamily="2" charset="-122"/>
                <a:ea typeface="宋体" panose="02010600030101010101" pitchFamily="2" charset="-122"/>
              </a:rPr>
              <a:t>    for(</a:t>
            </a:r>
            <a:r>
              <a:rPr lang="en-US" altLang="zh-CN" b="0" kern="2200" dirty="0" err="1">
                <a:solidFill>
                  <a:schemeClr val="tx1"/>
                </a:solidFill>
                <a:latin typeface="宋体" panose="02010600030101010101" pitchFamily="2" charset="-122"/>
                <a:ea typeface="宋体" panose="02010600030101010101" pitchFamily="2" charset="-122"/>
              </a:rPr>
              <a:t>int</a:t>
            </a:r>
            <a:r>
              <a:rPr lang="en-US" altLang="zh-CN" b="0" kern="2200" dirty="0">
                <a:solidFill>
                  <a:schemeClr val="tx1"/>
                </a:solidFill>
                <a:latin typeface="宋体" panose="02010600030101010101" pitchFamily="2" charset="-122"/>
                <a:ea typeface="宋体" panose="02010600030101010101" pitchFamily="2" charset="-122"/>
              </a:rPr>
              <a:t> </a:t>
            </a:r>
            <a:r>
              <a:rPr lang="en-US" altLang="zh-CN" b="0" kern="2200" dirty="0" err="1">
                <a:solidFill>
                  <a:schemeClr val="tx1"/>
                </a:solidFill>
                <a:latin typeface="宋体" panose="02010600030101010101" pitchFamily="2" charset="-122"/>
                <a:ea typeface="宋体" panose="02010600030101010101" pitchFamily="2" charset="-122"/>
              </a:rPr>
              <a:t>i</a:t>
            </a:r>
            <a:r>
              <a:rPr lang="en-US" altLang="zh-CN" b="0" kern="2200" dirty="0">
                <a:solidFill>
                  <a:schemeClr val="tx1"/>
                </a:solidFill>
                <a:latin typeface="宋体" panose="02010600030101010101" pitchFamily="2" charset="-122"/>
                <a:ea typeface="宋体" panose="02010600030101010101" pitchFamily="2" charset="-122"/>
              </a:rPr>
              <a:t>=1;i&lt;=n-1;i++)     //</a:t>
            </a:r>
            <a:r>
              <a:rPr lang="zh-CN" altLang="en-US" b="0" kern="2200" dirty="0">
                <a:solidFill>
                  <a:schemeClr val="tx1"/>
                </a:solidFill>
                <a:latin typeface="宋体" panose="02010600030101010101" pitchFamily="2" charset="-122"/>
                <a:ea typeface="宋体" panose="02010600030101010101" pitchFamily="2" charset="-122"/>
              </a:rPr>
              <a:t>按公式求和</a:t>
            </a:r>
          </a:p>
          <a:p>
            <a:pPr marL="0" marR="0" indent="266700" algn="just">
              <a:spcBef>
                <a:spcPts val="0"/>
              </a:spcBef>
              <a:spcAft>
                <a:spcPts val="0"/>
              </a:spcAft>
            </a:pPr>
            <a:r>
              <a:rPr lang="zh-CN" altLang="en-US" b="0" kern="2200" dirty="0">
                <a:solidFill>
                  <a:schemeClr val="tx1"/>
                </a:solidFill>
                <a:latin typeface="宋体" panose="02010600030101010101" pitchFamily="2" charset="-122"/>
                <a:ea typeface="宋体" panose="02010600030101010101" pitchFamily="2" charset="-122"/>
              </a:rPr>
              <a:t>        </a:t>
            </a:r>
            <a:r>
              <a:rPr lang="en-US" altLang="zh-CN" b="0" kern="2200" dirty="0">
                <a:solidFill>
                  <a:schemeClr val="tx1"/>
                </a:solidFill>
                <a:latin typeface="宋体" panose="02010600030101010101" pitchFamily="2" charset="-122"/>
                <a:ea typeface="宋体" panose="02010600030101010101" pitchFamily="2" charset="-122"/>
              </a:rPr>
              <a:t>for(</a:t>
            </a:r>
            <a:r>
              <a:rPr lang="en-US" altLang="zh-CN" b="0" kern="2200" dirty="0" err="1">
                <a:solidFill>
                  <a:schemeClr val="tx1"/>
                </a:solidFill>
                <a:latin typeface="宋体" panose="02010600030101010101" pitchFamily="2" charset="-122"/>
                <a:ea typeface="宋体" panose="02010600030101010101" pitchFamily="2" charset="-122"/>
              </a:rPr>
              <a:t>int</a:t>
            </a:r>
            <a:r>
              <a:rPr lang="en-US" altLang="zh-CN" b="0" kern="2200" dirty="0">
                <a:solidFill>
                  <a:schemeClr val="tx1"/>
                </a:solidFill>
                <a:latin typeface="宋体" panose="02010600030101010101" pitchFamily="2" charset="-122"/>
                <a:ea typeface="宋体" panose="02010600030101010101" pitchFamily="2" charset="-122"/>
              </a:rPr>
              <a:t> j=i+1;j&lt;=</a:t>
            </a:r>
            <a:r>
              <a:rPr lang="en-US" altLang="zh-CN" b="0" kern="2200" dirty="0" err="1">
                <a:solidFill>
                  <a:schemeClr val="tx1"/>
                </a:solidFill>
                <a:latin typeface="宋体" panose="02010600030101010101" pitchFamily="2" charset="-122"/>
                <a:ea typeface="宋体" panose="02010600030101010101" pitchFamily="2" charset="-122"/>
              </a:rPr>
              <a:t>n;j</a:t>
            </a:r>
            <a:r>
              <a:rPr lang="en-US" altLang="zh-CN" b="0" kern="2200" dirty="0">
                <a:solidFill>
                  <a:schemeClr val="tx1"/>
                </a:solidFill>
                <a:latin typeface="宋体" panose="02010600030101010101" pitchFamily="2" charset="-122"/>
                <a:ea typeface="宋体" panose="02010600030101010101" pitchFamily="2" charset="-122"/>
              </a:rPr>
              <a:t>++)</a:t>
            </a:r>
          </a:p>
          <a:p>
            <a:pPr marL="0" marR="0" indent="266700" algn="just">
              <a:spcBef>
                <a:spcPts val="0"/>
              </a:spcBef>
              <a:spcAft>
                <a:spcPts val="0"/>
              </a:spcAft>
            </a:pPr>
            <a:r>
              <a:rPr lang="en-US" altLang="zh-CN" b="0" kern="2200" dirty="0">
                <a:solidFill>
                  <a:schemeClr val="tx1"/>
                </a:solidFill>
                <a:latin typeface="宋体" panose="02010600030101010101" pitchFamily="2" charset="-122"/>
                <a:ea typeface="宋体" panose="02010600030101010101" pitchFamily="2" charset="-122"/>
              </a:rPr>
              <a:t>            s += a[</a:t>
            </a:r>
            <a:r>
              <a:rPr lang="en-US" altLang="zh-CN" b="0" kern="2200" dirty="0" err="1">
                <a:solidFill>
                  <a:schemeClr val="tx1"/>
                </a:solidFill>
                <a:latin typeface="宋体" panose="02010600030101010101" pitchFamily="2" charset="-122"/>
                <a:ea typeface="宋体" panose="02010600030101010101" pitchFamily="2" charset="-122"/>
              </a:rPr>
              <a:t>i</a:t>
            </a:r>
            <a:r>
              <a:rPr lang="en-US" altLang="zh-CN" b="0" kern="2200" dirty="0">
                <a:solidFill>
                  <a:schemeClr val="tx1"/>
                </a:solidFill>
                <a:latin typeface="宋体" panose="02010600030101010101" pitchFamily="2" charset="-122"/>
                <a:ea typeface="宋体" panose="02010600030101010101" pitchFamily="2" charset="-122"/>
              </a:rPr>
              <a:t>]*a[j];</a:t>
            </a:r>
          </a:p>
          <a:p>
            <a:pPr marL="0" marR="0" indent="266700" algn="just">
              <a:spcBef>
                <a:spcPts val="0"/>
              </a:spcBef>
              <a:spcAft>
                <a:spcPts val="0"/>
              </a:spcAft>
            </a:pPr>
            <a:r>
              <a:rPr lang="en-US" altLang="zh-CN" b="0" kern="2200" dirty="0">
                <a:solidFill>
                  <a:schemeClr val="tx1"/>
                </a:solidFill>
                <a:latin typeface="宋体" panose="02010600030101010101" pitchFamily="2" charset="-122"/>
                <a:ea typeface="宋体" panose="02010600030101010101" pitchFamily="2" charset="-122"/>
              </a:rPr>
              <a:t>    </a:t>
            </a:r>
            <a:r>
              <a:rPr lang="en-US" altLang="zh-CN" b="0" kern="2200" dirty="0" err="1">
                <a:solidFill>
                  <a:schemeClr val="tx1"/>
                </a:solidFill>
                <a:latin typeface="宋体" panose="02010600030101010101" pitchFamily="2" charset="-122"/>
                <a:ea typeface="宋体" panose="02010600030101010101" pitchFamily="2" charset="-122"/>
              </a:rPr>
              <a:t>printf</a:t>
            </a:r>
            <a:r>
              <a:rPr lang="en-US" altLang="zh-CN" b="0" kern="2200" dirty="0">
                <a:solidFill>
                  <a:schemeClr val="tx1"/>
                </a:solidFill>
                <a:latin typeface="宋体" panose="02010600030101010101" pitchFamily="2" charset="-122"/>
                <a:ea typeface="宋体" panose="02010600030101010101" pitchFamily="2" charset="-122"/>
              </a:rPr>
              <a:t>("%</a:t>
            </a:r>
            <a:r>
              <a:rPr lang="en-US" altLang="zh-CN" b="0" kern="2200" dirty="0">
                <a:solidFill>
                  <a:srgbClr val="FF0000"/>
                </a:solidFill>
                <a:latin typeface="宋体" panose="02010600030101010101" pitchFamily="2" charset="-122"/>
                <a:ea typeface="宋体" panose="02010600030101010101" pitchFamily="2" charset="-122"/>
              </a:rPr>
              <a:t>ll</a:t>
            </a:r>
            <a:r>
              <a:rPr lang="en-US" altLang="zh-CN" b="0" kern="2200" dirty="0" err="1">
                <a:solidFill>
                  <a:srgbClr val="FF0000"/>
                </a:solidFill>
                <a:latin typeface="宋体" panose="02010600030101010101" pitchFamily="2" charset="-122"/>
                <a:ea typeface="宋体" panose="02010600030101010101" pitchFamily="2" charset="-122"/>
              </a:rPr>
              <a:t>d</a:t>
            </a:r>
            <a:r>
              <a:rPr lang="en-US" altLang="zh-CN" b="0" kern="2200" dirty="0" err="1">
                <a:solidFill>
                  <a:schemeClr val="tx1"/>
                </a:solidFill>
                <a:latin typeface="宋体" panose="02010600030101010101" pitchFamily="2" charset="-122"/>
                <a:ea typeface="宋体" panose="02010600030101010101" pitchFamily="2" charset="-122"/>
              </a:rPr>
              <a:t>",s</a:t>
            </a:r>
            <a:r>
              <a:rPr lang="en-US" altLang="zh-CN" b="0" kern="2200" dirty="0">
                <a:solidFill>
                  <a:schemeClr val="tx1"/>
                </a:solidFill>
                <a:latin typeface="宋体" panose="02010600030101010101" pitchFamily="2" charset="-122"/>
                <a:ea typeface="宋体" panose="02010600030101010101" pitchFamily="2" charset="-122"/>
              </a:rPr>
              <a:t>);</a:t>
            </a:r>
          </a:p>
          <a:p>
            <a:pPr marL="0" marR="0" indent="266700" algn="just">
              <a:spcBef>
                <a:spcPts val="0"/>
              </a:spcBef>
              <a:spcAft>
                <a:spcPts val="0"/>
              </a:spcAft>
            </a:pPr>
            <a:r>
              <a:rPr lang="en-US" altLang="zh-CN" b="0" kern="2200" dirty="0">
                <a:solidFill>
                  <a:schemeClr val="tx1"/>
                </a:solidFill>
                <a:latin typeface="宋体" panose="02010600030101010101" pitchFamily="2" charset="-122"/>
                <a:ea typeface="宋体" panose="02010600030101010101" pitchFamily="2" charset="-122"/>
              </a:rPr>
              <a:t>    return 0;</a:t>
            </a:r>
          </a:p>
          <a:p>
            <a:pPr marL="0" marR="0" indent="266700" algn="just">
              <a:spcBef>
                <a:spcPts val="0"/>
              </a:spcBef>
              <a:spcAft>
                <a:spcPts val="0"/>
              </a:spcAft>
            </a:pPr>
            <a:r>
              <a:rPr lang="en-US" altLang="zh-CN" b="0" kern="2200" dirty="0">
                <a:solidFill>
                  <a:schemeClr val="tx1"/>
                </a:solidFill>
                <a:latin typeface="宋体" panose="02010600030101010101" pitchFamily="2" charset="-122"/>
                <a:ea typeface="宋体" panose="02010600030101010101" pitchFamily="2" charset="-122"/>
              </a:rPr>
              <a:t>}</a:t>
            </a:r>
          </a:p>
        </p:txBody>
      </p:sp>
    </p:spTree>
  </p:cSld>
  <p:clrMapOvr>
    <a:masterClrMapping/>
  </p:clrMapOvr>
  <mc:AlternateContent xmlns:mc="http://schemas.openxmlformats.org/markup-compatibility/2006" xmlns:p14="http://schemas.microsoft.com/office/powerpoint/2010/main">
    <mc:Choice Requires="p14">
      <p:transition spd="slow" p14:dur="2000" advTm="102542"/>
    </mc:Choice>
    <mc:Fallback xmlns="">
      <p:transition spd="slow" advTm="102542"/>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Rectangle 2"/>
          <p:cNvSpPr txBox="1">
            <a:spLocks noChangeArrowheads="1"/>
          </p:cNvSpPr>
          <p:nvPr/>
        </p:nvSpPr>
        <p:spPr>
          <a:xfrm>
            <a:off x="563540" y="680310"/>
            <a:ext cx="10454100" cy="431152"/>
          </a:xfrm>
          <a:prstGeom prst="rect">
            <a:avLst/>
          </a:prstGeom>
          <a:noFill/>
          <a:ln w="9525">
            <a:noFill/>
            <a:miter lim="800000"/>
          </a:ln>
        </p:spPr>
        <p:txBody>
          <a:bodyPr vert="horz" wrap="square" lIns="91440" tIns="45720" rIns="91440" bIns="45720" numCol="1" anchor="b" anchorCtr="0" compatLnSpc="1"/>
          <a:lstStyle>
            <a:defPPr>
              <a:defRPr lang="en-US"/>
            </a:defPPr>
            <a:lvl1pPr algn="ctr" eaLnBrk="0" hangingPunct="0">
              <a:defRPr sz="5000">
                <a:solidFill>
                  <a:srgbClr val="CC0000"/>
                </a:solidFill>
                <a:effectLst>
                  <a:outerShdw blurRad="38100" dist="38100" dir="2700000" algn="tl">
                    <a:srgbClr val="000000">
                      <a:alpha val="43137"/>
                    </a:srgbClr>
                  </a:outerShdw>
                </a:effectLst>
                <a:latin typeface="+mn-lt"/>
                <a:ea typeface="+mj-ea"/>
                <a:cs typeface="+mj-cs"/>
              </a:defRPr>
            </a:lvl1pPr>
            <a:lvl2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2pPr>
            <a:lvl3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3pPr>
            <a:lvl4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4pPr>
            <a:lvl5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5pPr>
            <a:lvl6pPr marL="4572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6pPr>
            <a:lvl7pPr marL="9144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7pPr>
            <a:lvl8pPr marL="13716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8pPr>
            <a:lvl9pPr marL="18288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9pPr>
          </a:lstStyle>
          <a:p>
            <a:pPr algn="l"/>
            <a:r>
              <a:rPr lang="zh-CN" altLang="en-US" sz="3200" dirty="0">
                <a:solidFill>
                  <a:srgbClr val="0070C0"/>
                </a:solidFill>
                <a:effectLst/>
                <a:latin typeface="微软雅黑" panose="020B0503020204020204" pitchFamily="34" charset="-122"/>
                <a:ea typeface="微软雅黑" panose="020B0503020204020204" pitchFamily="34" charset="-122"/>
              </a:rPr>
              <a:t>代码</a:t>
            </a:r>
            <a:r>
              <a:rPr lang="en-US" altLang="zh-CN" sz="3200" dirty="0">
                <a:solidFill>
                  <a:srgbClr val="0070C0"/>
                </a:solidFill>
                <a:effectLst/>
                <a:latin typeface="微软雅黑" panose="020B0503020204020204" pitchFamily="34" charset="-122"/>
                <a:ea typeface="微软雅黑" panose="020B0503020204020204" pitchFamily="34" charset="-122"/>
              </a:rPr>
              <a:t>3</a:t>
            </a:r>
            <a:r>
              <a:rPr lang="zh-CN" altLang="en-US" sz="3200" dirty="0">
                <a:solidFill>
                  <a:srgbClr val="0070C0"/>
                </a:solidFill>
                <a:effectLst/>
                <a:latin typeface="微软雅黑" panose="020B0503020204020204" pitchFamily="34" charset="-122"/>
                <a:ea typeface="微软雅黑" panose="020B0503020204020204" pitchFamily="34" charset="-122"/>
              </a:rPr>
              <a:t>：</a:t>
            </a:r>
            <a:r>
              <a:rPr lang="en-US" altLang="zh-CN" sz="3200" dirty="0">
                <a:solidFill>
                  <a:srgbClr val="0070C0"/>
                </a:solidFill>
                <a:effectLst/>
                <a:latin typeface="微软雅黑" panose="020B0503020204020204" pitchFamily="34" charset="-122"/>
                <a:ea typeface="微软雅黑" panose="020B0503020204020204" pitchFamily="34" charset="-122"/>
              </a:rPr>
              <a:t>100%</a:t>
            </a:r>
            <a:r>
              <a:rPr lang="zh-CN" altLang="en-US" sz="3200" dirty="0">
                <a:solidFill>
                  <a:srgbClr val="0070C0"/>
                </a:solidFill>
                <a:effectLst/>
                <a:latin typeface="微软雅黑" panose="020B0503020204020204" pitchFamily="34" charset="-122"/>
                <a:ea typeface="微软雅黑" panose="020B0503020204020204" pitchFamily="34" charset="-122"/>
              </a:rPr>
              <a:t>得分</a:t>
            </a:r>
          </a:p>
        </p:txBody>
      </p:sp>
      <p:sp>
        <p:nvSpPr>
          <p:cNvPr id="2" name="灯片编号占位符 1"/>
          <p:cNvSpPr>
            <a:spLocks noGrp="1"/>
          </p:cNvSpPr>
          <p:nvPr>
            <p:ph type="sldNum" sz="quarter" idx="12"/>
          </p:nvPr>
        </p:nvSpPr>
        <p:spPr/>
        <p:txBody>
          <a:bodyPr vert="horz" lIns="91440" tIns="45720" rIns="91440" bIns="45720" rtlCol="0" anchor="ctr"/>
          <a:lstStyle/>
          <a:p>
            <a:fld id="{217794D7-36C4-4E93-AE7A-0CAF6AF174FC}" type="slidenum">
              <a:rPr lang="zh-CN" altLang="en-US" b="0" smtClean="0">
                <a:solidFill>
                  <a:schemeClr val="tx1"/>
                </a:solidFill>
              </a:rPr>
              <a:t>31</a:t>
            </a:fld>
            <a:endParaRPr lang="en-US" altLang="zh-CN" b="0" dirty="0">
              <a:solidFill>
                <a:schemeClr val="tx1"/>
              </a:solidFill>
            </a:endParaRPr>
          </a:p>
        </p:txBody>
      </p:sp>
      <p:sp>
        <p:nvSpPr>
          <p:cNvPr id="21" name="内容占位符 2"/>
          <p:cNvSpPr txBox="1"/>
          <p:nvPr/>
        </p:nvSpPr>
        <p:spPr>
          <a:xfrm>
            <a:off x="598620" y="1443835"/>
            <a:ext cx="5039265" cy="305410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0"/>
              </a:spcBef>
              <a:buFont typeface="Wingdings" panose="05000000000000000000" pitchFamily="2" charset="2"/>
              <a:buChar char="ü"/>
            </a:pPr>
            <a:r>
              <a:rPr lang="zh-CN" altLang="en-US" sz="2000" dirty="0">
                <a:latin typeface="微软雅黑" panose="020B0503020204020204" pitchFamily="34" charset="-122"/>
                <a:ea typeface="微软雅黑" panose="020B0503020204020204" pitchFamily="34" charset="-122"/>
              </a:rPr>
              <a:t>本题的正解是“</a:t>
            </a:r>
            <a:r>
              <a:rPr lang="zh-CN" altLang="en-US" sz="2000" dirty="0">
                <a:solidFill>
                  <a:srgbClr val="FF0000"/>
                </a:solidFill>
                <a:latin typeface="微软雅黑" panose="020B0503020204020204" pitchFamily="34" charset="-122"/>
                <a:ea typeface="微软雅黑" panose="020B0503020204020204" pitchFamily="34" charset="-122"/>
              </a:rPr>
              <a:t>前缀和</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a:lnSpc>
                <a:spcPct val="120000"/>
              </a:lnSpc>
              <a:spcBef>
                <a:spcPts val="0"/>
              </a:spcBef>
              <a:buFont typeface="Wingdings" panose="05000000000000000000" pitchFamily="2" charset="2"/>
              <a:buChar char="ü"/>
            </a:pPr>
            <a:endParaRPr lang="en-US" altLang="zh-CN" sz="2000" dirty="0">
              <a:latin typeface="微软雅黑" panose="020B0503020204020204" pitchFamily="34" charset="-122"/>
              <a:ea typeface="微软雅黑" panose="020B0503020204020204" pitchFamily="34" charset="-122"/>
            </a:endParaRPr>
          </a:p>
          <a:p>
            <a:pPr>
              <a:lnSpc>
                <a:spcPct val="120000"/>
              </a:lnSpc>
              <a:spcBef>
                <a:spcPts val="0"/>
              </a:spcBef>
              <a:buFont typeface="Wingdings" panose="05000000000000000000" pitchFamily="2" charset="2"/>
              <a:buChar char="ü"/>
            </a:pPr>
            <a:r>
              <a:rPr lang="zh-CN" altLang="en-US" sz="2000" dirty="0">
                <a:latin typeface="微软雅黑" panose="020B0503020204020204" pitchFamily="34" charset="-122"/>
                <a:ea typeface="微软雅黑" panose="020B0503020204020204" pitchFamily="34" charset="-122"/>
              </a:rPr>
              <a:t>代码的计算量：分别有</a:t>
            </a:r>
            <a:r>
              <a:rPr lang="en-US" altLang="zh-CN" sz="2000" dirty="0">
                <a:latin typeface="微软雅黑" panose="020B0503020204020204" pitchFamily="34" charset="-122"/>
                <a:ea typeface="微软雅黑" panose="020B0503020204020204" pitchFamily="34" charset="-122"/>
              </a:rPr>
              <a:t>2</a:t>
            </a:r>
            <a:r>
              <a:rPr lang="zh-CN" altLang="en-US" sz="2000" dirty="0">
                <a:latin typeface="微软雅黑" panose="020B0503020204020204" pitchFamily="34" charset="-122"/>
                <a:ea typeface="微软雅黑" panose="020B0503020204020204" pitchFamily="34" charset="-122"/>
              </a:rPr>
              <a:t>个</a:t>
            </a:r>
            <a:r>
              <a:rPr lang="en-US" altLang="zh-CN" sz="2000" dirty="0">
                <a:latin typeface="微软雅黑" panose="020B0503020204020204" pitchFamily="34" charset="-122"/>
                <a:ea typeface="微软雅黑" panose="020B0503020204020204" pitchFamily="34" charset="-122"/>
              </a:rPr>
              <a:t>for</a:t>
            </a:r>
            <a:r>
              <a:rPr lang="zh-CN" altLang="en-US" sz="2000" dirty="0">
                <a:latin typeface="微软雅黑" panose="020B0503020204020204" pitchFamily="34" charset="-122"/>
                <a:ea typeface="微软雅黑" panose="020B0503020204020204" pitchFamily="34" charset="-122"/>
              </a:rPr>
              <a:t>循环，每个</a:t>
            </a:r>
            <a:r>
              <a:rPr lang="en-US" altLang="zh-CN" sz="2000" dirty="0">
                <a:latin typeface="微软雅黑" panose="020B0503020204020204" pitchFamily="34" charset="-122"/>
                <a:ea typeface="微软雅黑" panose="020B0503020204020204" pitchFamily="34" charset="-122"/>
              </a:rPr>
              <a:t>for</a:t>
            </a:r>
            <a:r>
              <a:rPr lang="zh-CN" altLang="en-US" sz="2000" dirty="0">
                <a:latin typeface="微软雅黑" panose="020B0503020204020204" pitchFamily="34" charset="-122"/>
                <a:ea typeface="微软雅黑" panose="020B0503020204020204" pitchFamily="34" charset="-122"/>
              </a:rPr>
              <a:t>循环</a:t>
            </a:r>
            <a:r>
              <a:rPr lang="en-US" altLang="zh-CN" sz="2000" dirty="0">
                <a:latin typeface="微软雅黑" panose="020B0503020204020204" pitchFamily="34" charset="-122"/>
                <a:ea typeface="微软雅黑" panose="020B0503020204020204" pitchFamily="34" charset="-122"/>
              </a:rPr>
              <a:t>n</a:t>
            </a:r>
            <a:r>
              <a:rPr lang="zh-CN" altLang="en-US" sz="2000" dirty="0">
                <a:latin typeface="微软雅黑" panose="020B0503020204020204" pitchFamily="34" charset="-122"/>
                <a:ea typeface="微软雅黑" panose="020B0503020204020204" pitchFamily="34" charset="-122"/>
              </a:rPr>
              <a:t>次，</a:t>
            </a:r>
            <a:r>
              <a:rPr lang="en-US" altLang="zh-CN" sz="2000" dirty="0">
                <a:latin typeface="微软雅黑" panose="020B0503020204020204" pitchFamily="34" charset="-122"/>
                <a:ea typeface="微软雅黑" panose="020B0503020204020204" pitchFamily="34" charset="-122"/>
              </a:rPr>
              <a:t> n = 200000</a:t>
            </a:r>
            <a:r>
              <a:rPr lang="zh-CN" altLang="en-US" sz="2000" dirty="0">
                <a:latin typeface="微软雅黑" panose="020B0503020204020204" pitchFamily="34" charset="-122"/>
                <a:ea typeface="微软雅黑" panose="020B0503020204020204" pitchFamily="34" charset="-122"/>
              </a:rPr>
              <a:t>，远小于</a:t>
            </a:r>
            <a:r>
              <a:rPr lang="en-US" altLang="zh-CN" sz="2000" dirty="0">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秒的</a:t>
            </a:r>
            <a:r>
              <a:rPr lang="en-US" altLang="zh-CN" sz="2000" dirty="0">
                <a:latin typeface="微软雅黑" panose="020B0503020204020204" pitchFamily="34" charset="-122"/>
                <a:ea typeface="微软雅黑" panose="020B0503020204020204" pitchFamily="34" charset="-122"/>
              </a:rPr>
              <a:t>5000</a:t>
            </a:r>
            <a:r>
              <a:rPr lang="zh-CN" altLang="en-US" sz="2000" dirty="0">
                <a:latin typeface="微软雅黑" panose="020B0503020204020204" pitchFamily="34" charset="-122"/>
                <a:ea typeface="微软雅黑" panose="020B0503020204020204" pitchFamily="34" charset="-122"/>
              </a:rPr>
              <a:t>万次，顺利通过测试。</a:t>
            </a:r>
          </a:p>
        </p:txBody>
      </p:sp>
      <p:sp>
        <p:nvSpPr>
          <p:cNvPr id="3" name="矩形 2"/>
          <p:cNvSpPr/>
          <p:nvPr/>
        </p:nvSpPr>
        <p:spPr>
          <a:xfrm>
            <a:off x="5790590" y="985720"/>
            <a:ext cx="6096000" cy="5016758"/>
          </a:xfrm>
          <a:prstGeom prst="rect">
            <a:avLst/>
          </a:prstGeom>
          <a:ln w="12700" cmpd="sng">
            <a:solidFill>
              <a:schemeClr val="accent1">
                <a:shade val="50000"/>
              </a:schemeClr>
            </a:solidFill>
            <a:prstDash val="solid"/>
          </a:ln>
        </p:spPr>
        <p:txBody>
          <a:bodyPr wrap="square">
            <a:spAutoFit/>
          </a:bodyPr>
          <a:lstStyle/>
          <a:p>
            <a:pPr marL="0" marR="0" indent="266700" algn="just">
              <a:spcBef>
                <a:spcPts val="0"/>
              </a:spcBef>
              <a:spcAft>
                <a:spcPts val="0"/>
              </a:spcAft>
            </a:pPr>
            <a:r>
              <a:rPr lang="en-US" altLang="zh-CN" b="0" kern="2200" dirty="0">
                <a:solidFill>
                  <a:schemeClr val="tx1"/>
                </a:solidFill>
                <a:latin typeface="宋体" panose="02010600030101010101" pitchFamily="2" charset="-122"/>
                <a:ea typeface="宋体" panose="02010600030101010101" pitchFamily="2" charset="-122"/>
              </a:rPr>
              <a:t>#include&lt;</a:t>
            </a:r>
            <a:r>
              <a:rPr lang="en-US" altLang="zh-CN" b="0" kern="2200" dirty="0" err="1">
                <a:solidFill>
                  <a:schemeClr val="tx1"/>
                </a:solidFill>
                <a:latin typeface="宋体" panose="02010600030101010101" pitchFamily="2" charset="-122"/>
                <a:ea typeface="宋体" panose="02010600030101010101" pitchFamily="2" charset="-122"/>
              </a:rPr>
              <a:t>stdio.h</a:t>
            </a:r>
            <a:r>
              <a:rPr lang="en-US" altLang="zh-CN" b="0" kern="2200" dirty="0">
                <a:solidFill>
                  <a:schemeClr val="tx1"/>
                </a:solidFill>
                <a:latin typeface="宋体" panose="02010600030101010101" pitchFamily="2" charset="-122"/>
                <a:ea typeface="宋体" panose="02010600030101010101" pitchFamily="2" charset="-122"/>
              </a:rPr>
              <a:t>&gt;</a:t>
            </a:r>
          </a:p>
          <a:p>
            <a:pPr marL="0" marR="0" indent="266700" algn="just">
              <a:spcBef>
                <a:spcPts val="0"/>
              </a:spcBef>
              <a:spcAft>
                <a:spcPts val="0"/>
              </a:spcAft>
            </a:pPr>
            <a:r>
              <a:rPr lang="en-US" altLang="zh-CN" b="0" kern="2200" dirty="0" err="1">
                <a:solidFill>
                  <a:schemeClr val="tx1"/>
                </a:solidFill>
                <a:latin typeface="宋体" panose="02010600030101010101" pitchFamily="2" charset="-122"/>
                <a:ea typeface="宋体" panose="02010600030101010101" pitchFamily="2" charset="-122"/>
              </a:rPr>
              <a:t>int</a:t>
            </a:r>
            <a:r>
              <a:rPr lang="en-US" altLang="zh-CN" b="0" kern="2200" dirty="0">
                <a:solidFill>
                  <a:schemeClr val="tx1"/>
                </a:solidFill>
                <a:latin typeface="宋体" panose="02010600030101010101" pitchFamily="2" charset="-122"/>
                <a:ea typeface="宋体" panose="02010600030101010101" pitchFamily="2" charset="-122"/>
              </a:rPr>
              <a:t> a[200010];</a:t>
            </a:r>
          </a:p>
          <a:p>
            <a:pPr marL="0" marR="0" indent="266700" algn="just">
              <a:spcBef>
                <a:spcPts val="0"/>
              </a:spcBef>
              <a:spcAft>
                <a:spcPts val="0"/>
              </a:spcAft>
            </a:pPr>
            <a:r>
              <a:rPr lang="en-US" altLang="zh-CN" b="0" kern="2200" dirty="0">
                <a:solidFill>
                  <a:schemeClr val="tx1"/>
                </a:solidFill>
                <a:latin typeface="宋体" panose="02010600030101010101" pitchFamily="2" charset="-122"/>
                <a:ea typeface="宋体" panose="02010600030101010101" pitchFamily="2" charset="-122"/>
              </a:rPr>
              <a:t>long </a:t>
            </a:r>
            <a:r>
              <a:rPr lang="en-US" altLang="zh-CN" b="0" kern="2200" dirty="0" err="1">
                <a:solidFill>
                  <a:schemeClr val="tx1"/>
                </a:solidFill>
                <a:latin typeface="宋体" panose="02010600030101010101" pitchFamily="2" charset="-122"/>
                <a:ea typeface="宋体" panose="02010600030101010101" pitchFamily="2" charset="-122"/>
              </a:rPr>
              <a:t>long</a:t>
            </a:r>
            <a:r>
              <a:rPr lang="en-US" altLang="zh-CN" b="0" kern="2200" dirty="0">
                <a:solidFill>
                  <a:schemeClr val="tx1"/>
                </a:solidFill>
                <a:latin typeface="宋体" panose="02010600030101010101" pitchFamily="2" charset="-122"/>
                <a:ea typeface="宋体" panose="02010600030101010101" pitchFamily="2" charset="-122"/>
              </a:rPr>
              <a:t> sum[200010];       //</a:t>
            </a:r>
            <a:r>
              <a:rPr lang="zh-CN" altLang="en-US" b="0" kern="2200" dirty="0">
                <a:solidFill>
                  <a:schemeClr val="tx1"/>
                </a:solidFill>
                <a:latin typeface="宋体" panose="02010600030101010101" pitchFamily="2" charset="-122"/>
                <a:ea typeface="宋体" panose="02010600030101010101" pitchFamily="2" charset="-122"/>
              </a:rPr>
              <a:t>前缀和数组</a:t>
            </a:r>
          </a:p>
          <a:p>
            <a:pPr marL="0" marR="0" indent="266700" algn="just">
              <a:spcBef>
                <a:spcPts val="0"/>
              </a:spcBef>
              <a:spcAft>
                <a:spcPts val="0"/>
              </a:spcAft>
            </a:pPr>
            <a:r>
              <a:rPr lang="en-US" altLang="zh-CN" b="0" kern="2200" dirty="0" err="1">
                <a:solidFill>
                  <a:schemeClr val="tx1"/>
                </a:solidFill>
                <a:latin typeface="宋体" panose="02010600030101010101" pitchFamily="2" charset="-122"/>
                <a:ea typeface="宋体" panose="02010600030101010101" pitchFamily="2" charset="-122"/>
              </a:rPr>
              <a:t>int</a:t>
            </a:r>
            <a:r>
              <a:rPr lang="en-US" altLang="zh-CN" b="0" kern="2200" dirty="0">
                <a:solidFill>
                  <a:schemeClr val="tx1"/>
                </a:solidFill>
                <a:latin typeface="宋体" panose="02010600030101010101" pitchFamily="2" charset="-122"/>
                <a:ea typeface="宋体" panose="02010600030101010101" pitchFamily="2" charset="-122"/>
              </a:rPr>
              <a:t> main(){</a:t>
            </a:r>
          </a:p>
          <a:p>
            <a:pPr marL="0" marR="0" indent="266700" algn="just">
              <a:spcBef>
                <a:spcPts val="0"/>
              </a:spcBef>
              <a:spcAft>
                <a:spcPts val="0"/>
              </a:spcAft>
            </a:pPr>
            <a:r>
              <a:rPr lang="en-US" altLang="zh-CN" b="0" kern="2200" dirty="0">
                <a:solidFill>
                  <a:schemeClr val="tx1"/>
                </a:solidFill>
                <a:latin typeface="宋体" panose="02010600030101010101" pitchFamily="2" charset="-122"/>
                <a:ea typeface="宋体" panose="02010600030101010101" pitchFamily="2" charset="-122"/>
              </a:rPr>
              <a:t>    </a:t>
            </a:r>
            <a:r>
              <a:rPr lang="en-US" altLang="zh-CN" b="0" kern="2200" dirty="0" err="1">
                <a:solidFill>
                  <a:schemeClr val="tx1"/>
                </a:solidFill>
                <a:latin typeface="宋体" panose="02010600030101010101" pitchFamily="2" charset="-122"/>
                <a:ea typeface="宋体" panose="02010600030101010101" pitchFamily="2" charset="-122"/>
              </a:rPr>
              <a:t>int</a:t>
            </a:r>
            <a:r>
              <a:rPr lang="en-US" altLang="zh-CN" b="0" kern="2200" dirty="0">
                <a:solidFill>
                  <a:schemeClr val="tx1"/>
                </a:solidFill>
                <a:latin typeface="宋体" panose="02010600030101010101" pitchFamily="2" charset="-122"/>
                <a:ea typeface="宋体" panose="02010600030101010101" pitchFamily="2" charset="-122"/>
              </a:rPr>
              <a:t> n;   </a:t>
            </a:r>
          </a:p>
          <a:p>
            <a:pPr marL="0" marR="0" indent="266700" algn="just">
              <a:spcBef>
                <a:spcPts val="0"/>
              </a:spcBef>
              <a:spcAft>
                <a:spcPts val="0"/>
              </a:spcAft>
            </a:pPr>
            <a:r>
              <a:rPr lang="en-US" altLang="zh-CN" b="0" kern="2200" dirty="0">
                <a:solidFill>
                  <a:schemeClr val="tx1"/>
                </a:solidFill>
                <a:latin typeface="宋体" panose="02010600030101010101" pitchFamily="2" charset="-122"/>
                <a:ea typeface="宋体" panose="02010600030101010101" pitchFamily="2" charset="-122"/>
              </a:rPr>
              <a:t>    </a:t>
            </a:r>
            <a:r>
              <a:rPr lang="en-US" altLang="zh-CN" b="0" kern="2200" dirty="0" err="1">
                <a:solidFill>
                  <a:schemeClr val="tx1"/>
                </a:solidFill>
                <a:latin typeface="宋体" panose="02010600030101010101" pitchFamily="2" charset="-122"/>
                <a:ea typeface="宋体" panose="02010600030101010101" pitchFamily="2" charset="-122"/>
              </a:rPr>
              <a:t>scanf</a:t>
            </a:r>
            <a:r>
              <a:rPr lang="en-US" altLang="zh-CN" b="0" kern="2200" dirty="0">
                <a:solidFill>
                  <a:schemeClr val="tx1"/>
                </a:solidFill>
                <a:latin typeface="宋体" panose="02010600030101010101" pitchFamily="2" charset="-122"/>
                <a:ea typeface="宋体" panose="02010600030101010101" pitchFamily="2" charset="-122"/>
              </a:rPr>
              <a:t>("%d", &amp;n);</a:t>
            </a:r>
          </a:p>
          <a:p>
            <a:pPr marL="0" marR="0" indent="266700" algn="just">
              <a:spcBef>
                <a:spcPts val="0"/>
              </a:spcBef>
              <a:spcAft>
                <a:spcPts val="0"/>
              </a:spcAft>
            </a:pPr>
            <a:r>
              <a:rPr lang="en-US" altLang="zh-CN" b="0" kern="2200" dirty="0">
                <a:solidFill>
                  <a:schemeClr val="tx1"/>
                </a:solidFill>
                <a:latin typeface="宋体" panose="02010600030101010101" pitchFamily="2" charset="-122"/>
                <a:ea typeface="宋体" panose="02010600030101010101" pitchFamily="2" charset="-122"/>
              </a:rPr>
              <a:t>    </a:t>
            </a:r>
            <a:r>
              <a:rPr lang="en-US" altLang="zh-CN" b="0" kern="2200" dirty="0">
                <a:solidFill>
                  <a:srgbClr val="FF0000"/>
                </a:solidFill>
                <a:latin typeface="宋体" panose="02010600030101010101" pitchFamily="2" charset="-122"/>
                <a:ea typeface="宋体" panose="02010600030101010101" pitchFamily="2" charset="-122"/>
              </a:rPr>
              <a:t>for</a:t>
            </a:r>
            <a:r>
              <a:rPr lang="en-US" altLang="zh-CN" b="0" kern="2200" dirty="0">
                <a:solidFill>
                  <a:schemeClr val="tx1"/>
                </a:solidFill>
                <a:latin typeface="宋体" panose="02010600030101010101" pitchFamily="2" charset="-122"/>
                <a:ea typeface="宋体" panose="02010600030101010101" pitchFamily="2" charset="-122"/>
              </a:rPr>
              <a:t>(</a:t>
            </a:r>
            <a:r>
              <a:rPr lang="en-US" altLang="zh-CN" b="0" kern="2200" dirty="0" err="1">
                <a:solidFill>
                  <a:schemeClr val="tx1"/>
                </a:solidFill>
                <a:latin typeface="宋体" panose="02010600030101010101" pitchFamily="2" charset="-122"/>
                <a:ea typeface="宋体" panose="02010600030101010101" pitchFamily="2" charset="-122"/>
              </a:rPr>
              <a:t>int</a:t>
            </a:r>
            <a:r>
              <a:rPr lang="en-US" altLang="zh-CN" b="0" kern="2200" dirty="0">
                <a:solidFill>
                  <a:schemeClr val="tx1"/>
                </a:solidFill>
                <a:latin typeface="宋体" panose="02010600030101010101" pitchFamily="2" charset="-122"/>
                <a:ea typeface="宋体" panose="02010600030101010101" pitchFamily="2" charset="-122"/>
              </a:rPr>
              <a:t> </a:t>
            </a:r>
            <a:r>
              <a:rPr lang="en-US" altLang="zh-CN" b="0" kern="2200" dirty="0" err="1">
                <a:solidFill>
                  <a:schemeClr val="tx1"/>
                </a:solidFill>
                <a:latin typeface="宋体" panose="02010600030101010101" pitchFamily="2" charset="-122"/>
                <a:ea typeface="宋体" panose="02010600030101010101" pitchFamily="2" charset="-122"/>
              </a:rPr>
              <a:t>i</a:t>
            </a:r>
            <a:r>
              <a:rPr lang="en-US" altLang="zh-CN" b="0" kern="2200" dirty="0">
                <a:solidFill>
                  <a:schemeClr val="tx1"/>
                </a:solidFill>
                <a:latin typeface="宋体" panose="02010600030101010101" pitchFamily="2" charset="-122"/>
                <a:ea typeface="宋体" panose="02010600030101010101" pitchFamily="2" charset="-122"/>
              </a:rPr>
              <a:t>=1; </a:t>
            </a:r>
            <a:r>
              <a:rPr lang="en-US" altLang="zh-CN" b="0" kern="2200" dirty="0" err="1">
                <a:solidFill>
                  <a:schemeClr val="tx1"/>
                </a:solidFill>
                <a:latin typeface="宋体" panose="02010600030101010101" pitchFamily="2" charset="-122"/>
                <a:ea typeface="宋体" panose="02010600030101010101" pitchFamily="2" charset="-122"/>
              </a:rPr>
              <a:t>i</a:t>
            </a:r>
            <a:r>
              <a:rPr lang="en-US" altLang="zh-CN" b="0" kern="2200" dirty="0">
                <a:solidFill>
                  <a:schemeClr val="tx1"/>
                </a:solidFill>
                <a:latin typeface="宋体" panose="02010600030101010101" pitchFamily="2" charset="-122"/>
                <a:ea typeface="宋体" panose="02010600030101010101" pitchFamily="2" charset="-122"/>
              </a:rPr>
              <a:t>&lt;=n; </a:t>
            </a:r>
            <a:r>
              <a:rPr lang="en-US" altLang="zh-CN" b="0" kern="2200" dirty="0" err="1">
                <a:solidFill>
                  <a:schemeClr val="tx1"/>
                </a:solidFill>
                <a:latin typeface="宋体" panose="02010600030101010101" pitchFamily="2" charset="-122"/>
                <a:ea typeface="宋体" panose="02010600030101010101" pitchFamily="2" charset="-122"/>
              </a:rPr>
              <a:t>i</a:t>
            </a:r>
            <a:r>
              <a:rPr lang="en-US" altLang="zh-CN" b="0" kern="2200" dirty="0">
                <a:solidFill>
                  <a:schemeClr val="tx1"/>
                </a:solidFill>
                <a:latin typeface="宋体" panose="02010600030101010101" pitchFamily="2" charset="-122"/>
                <a:ea typeface="宋体" panose="02010600030101010101" pitchFamily="2" charset="-122"/>
              </a:rPr>
              <a:t>++) {</a:t>
            </a:r>
          </a:p>
          <a:p>
            <a:pPr marL="0" marR="0" indent="266700" algn="just">
              <a:spcBef>
                <a:spcPts val="0"/>
              </a:spcBef>
              <a:spcAft>
                <a:spcPts val="0"/>
              </a:spcAft>
            </a:pPr>
            <a:r>
              <a:rPr lang="en-US" altLang="zh-CN" b="0" kern="2200" dirty="0">
                <a:solidFill>
                  <a:schemeClr val="tx1"/>
                </a:solidFill>
                <a:latin typeface="宋体" panose="02010600030101010101" pitchFamily="2" charset="-122"/>
                <a:ea typeface="宋体" panose="02010600030101010101" pitchFamily="2" charset="-122"/>
              </a:rPr>
              <a:t>        </a:t>
            </a:r>
            <a:r>
              <a:rPr lang="en-US" altLang="zh-CN" b="0" kern="2200" dirty="0" err="1">
                <a:solidFill>
                  <a:schemeClr val="tx1"/>
                </a:solidFill>
                <a:latin typeface="宋体" panose="02010600030101010101" pitchFamily="2" charset="-122"/>
                <a:ea typeface="宋体" panose="02010600030101010101" pitchFamily="2" charset="-122"/>
              </a:rPr>
              <a:t>scanf</a:t>
            </a:r>
            <a:r>
              <a:rPr lang="en-US" altLang="zh-CN" b="0" kern="2200" dirty="0">
                <a:solidFill>
                  <a:schemeClr val="tx1"/>
                </a:solidFill>
                <a:latin typeface="宋体" panose="02010600030101010101" pitchFamily="2" charset="-122"/>
                <a:ea typeface="宋体" panose="02010600030101010101" pitchFamily="2" charset="-122"/>
              </a:rPr>
              <a:t>("%d", &amp;a[</a:t>
            </a:r>
            <a:r>
              <a:rPr lang="en-US" altLang="zh-CN" b="0" kern="2200" dirty="0" err="1">
                <a:solidFill>
                  <a:schemeClr val="tx1"/>
                </a:solidFill>
                <a:latin typeface="宋体" panose="02010600030101010101" pitchFamily="2" charset="-122"/>
                <a:ea typeface="宋体" panose="02010600030101010101" pitchFamily="2" charset="-122"/>
              </a:rPr>
              <a:t>i</a:t>
            </a:r>
            <a:r>
              <a:rPr lang="en-US" altLang="zh-CN" b="0" kern="2200" dirty="0">
                <a:solidFill>
                  <a:schemeClr val="tx1"/>
                </a:solidFill>
                <a:latin typeface="宋体" panose="02010600030101010101" pitchFamily="2" charset="-122"/>
                <a:ea typeface="宋体" panose="02010600030101010101" pitchFamily="2" charset="-122"/>
              </a:rPr>
              <a:t>]);</a:t>
            </a:r>
          </a:p>
          <a:p>
            <a:pPr marL="0" marR="0" indent="266700" algn="just">
              <a:spcBef>
                <a:spcPts val="0"/>
              </a:spcBef>
              <a:spcAft>
                <a:spcPts val="0"/>
              </a:spcAft>
            </a:pPr>
            <a:r>
              <a:rPr lang="en-US" altLang="zh-CN" b="0" kern="2200" dirty="0">
                <a:solidFill>
                  <a:schemeClr val="tx1"/>
                </a:solidFill>
                <a:latin typeface="宋体" panose="02010600030101010101" pitchFamily="2" charset="-122"/>
                <a:ea typeface="宋体" panose="02010600030101010101" pitchFamily="2" charset="-122"/>
              </a:rPr>
              <a:t>        sum[</a:t>
            </a:r>
            <a:r>
              <a:rPr lang="en-US" altLang="zh-CN" b="0" kern="2200" dirty="0" err="1">
                <a:solidFill>
                  <a:schemeClr val="tx1"/>
                </a:solidFill>
                <a:latin typeface="宋体" panose="02010600030101010101" pitchFamily="2" charset="-122"/>
                <a:ea typeface="宋体" panose="02010600030101010101" pitchFamily="2" charset="-122"/>
              </a:rPr>
              <a:t>i</a:t>
            </a:r>
            <a:r>
              <a:rPr lang="en-US" altLang="zh-CN" b="0" kern="2200" dirty="0">
                <a:solidFill>
                  <a:schemeClr val="tx1"/>
                </a:solidFill>
                <a:latin typeface="宋体" panose="02010600030101010101" pitchFamily="2" charset="-122"/>
                <a:ea typeface="宋体" panose="02010600030101010101" pitchFamily="2" charset="-122"/>
              </a:rPr>
              <a:t>] = sum[i-1]+a[</a:t>
            </a:r>
            <a:r>
              <a:rPr lang="en-US" altLang="zh-CN" b="0" kern="2200" dirty="0" err="1">
                <a:solidFill>
                  <a:schemeClr val="tx1"/>
                </a:solidFill>
                <a:latin typeface="宋体" panose="02010600030101010101" pitchFamily="2" charset="-122"/>
                <a:ea typeface="宋体" panose="02010600030101010101" pitchFamily="2" charset="-122"/>
              </a:rPr>
              <a:t>i</a:t>
            </a:r>
            <a:r>
              <a:rPr lang="en-US" altLang="zh-CN" b="0" kern="2200" dirty="0">
                <a:solidFill>
                  <a:schemeClr val="tx1"/>
                </a:solidFill>
                <a:latin typeface="宋体" panose="02010600030101010101" pitchFamily="2" charset="-122"/>
                <a:ea typeface="宋体" panose="02010600030101010101" pitchFamily="2" charset="-122"/>
              </a:rPr>
              <a:t>];</a:t>
            </a:r>
            <a:endParaRPr lang="zh-CN" altLang="en-US" b="0" kern="2200" dirty="0">
              <a:solidFill>
                <a:schemeClr val="tx1"/>
              </a:solidFill>
              <a:latin typeface="宋体" panose="02010600030101010101" pitchFamily="2" charset="-122"/>
              <a:ea typeface="宋体" panose="02010600030101010101" pitchFamily="2" charset="-122"/>
            </a:endParaRPr>
          </a:p>
          <a:p>
            <a:pPr marL="0" marR="0" indent="266700" algn="just">
              <a:spcBef>
                <a:spcPts val="0"/>
              </a:spcBef>
              <a:spcAft>
                <a:spcPts val="0"/>
              </a:spcAft>
            </a:pPr>
            <a:r>
              <a:rPr lang="zh-CN" altLang="en-US" b="0" kern="2200" dirty="0">
                <a:solidFill>
                  <a:schemeClr val="tx1"/>
                </a:solidFill>
                <a:latin typeface="宋体" panose="02010600030101010101" pitchFamily="2" charset="-122"/>
                <a:ea typeface="宋体" panose="02010600030101010101" pitchFamily="2" charset="-122"/>
              </a:rPr>
              <a:t>    </a:t>
            </a:r>
            <a:r>
              <a:rPr lang="en-US" altLang="zh-CN" b="0" kern="2200" dirty="0">
                <a:solidFill>
                  <a:schemeClr val="tx1"/>
                </a:solidFill>
                <a:latin typeface="宋体" panose="02010600030101010101" pitchFamily="2" charset="-122"/>
                <a:ea typeface="宋体" panose="02010600030101010101" pitchFamily="2" charset="-122"/>
              </a:rPr>
              <a:t>}</a:t>
            </a:r>
          </a:p>
          <a:p>
            <a:pPr marL="0" marR="0" indent="266700" algn="just">
              <a:spcBef>
                <a:spcPts val="0"/>
              </a:spcBef>
              <a:spcAft>
                <a:spcPts val="0"/>
              </a:spcAft>
            </a:pPr>
            <a:r>
              <a:rPr lang="en-US" altLang="zh-CN" b="0" kern="2200" dirty="0">
                <a:solidFill>
                  <a:schemeClr val="tx1"/>
                </a:solidFill>
                <a:latin typeface="宋体" panose="02010600030101010101" pitchFamily="2" charset="-122"/>
                <a:ea typeface="宋体" panose="02010600030101010101" pitchFamily="2" charset="-122"/>
              </a:rPr>
              <a:t>    long </a:t>
            </a:r>
            <a:r>
              <a:rPr lang="en-US" altLang="zh-CN" b="0" kern="2200" dirty="0" err="1">
                <a:solidFill>
                  <a:schemeClr val="tx1"/>
                </a:solidFill>
                <a:latin typeface="宋体" panose="02010600030101010101" pitchFamily="2" charset="-122"/>
                <a:ea typeface="宋体" panose="02010600030101010101" pitchFamily="2" charset="-122"/>
              </a:rPr>
              <a:t>long</a:t>
            </a:r>
            <a:r>
              <a:rPr lang="en-US" altLang="zh-CN" b="0" kern="2200" dirty="0">
                <a:solidFill>
                  <a:schemeClr val="tx1"/>
                </a:solidFill>
                <a:latin typeface="宋体" panose="02010600030101010101" pitchFamily="2" charset="-122"/>
                <a:ea typeface="宋体" panose="02010600030101010101" pitchFamily="2" charset="-122"/>
              </a:rPr>
              <a:t> s=0;       </a:t>
            </a:r>
          </a:p>
          <a:p>
            <a:pPr marL="0" marR="0" indent="266700" algn="just">
              <a:spcBef>
                <a:spcPts val="0"/>
              </a:spcBef>
              <a:spcAft>
                <a:spcPts val="0"/>
              </a:spcAft>
            </a:pPr>
            <a:r>
              <a:rPr lang="en-US" altLang="zh-CN" b="0" kern="2200" dirty="0">
                <a:solidFill>
                  <a:schemeClr val="tx1"/>
                </a:solidFill>
                <a:latin typeface="宋体" panose="02010600030101010101" pitchFamily="2" charset="-122"/>
                <a:ea typeface="宋体" panose="02010600030101010101" pitchFamily="2" charset="-122"/>
              </a:rPr>
              <a:t>    </a:t>
            </a:r>
            <a:r>
              <a:rPr lang="en-US" altLang="zh-CN" b="0" kern="2200" dirty="0">
                <a:solidFill>
                  <a:srgbClr val="FF0000"/>
                </a:solidFill>
                <a:latin typeface="宋体" panose="02010600030101010101" pitchFamily="2" charset="-122"/>
                <a:ea typeface="宋体" panose="02010600030101010101" pitchFamily="2" charset="-122"/>
              </a:rPr>
              <a:t>for</a:t>
            </a:r>
            <a:r>
              <a:rPr lang="en-US" altLang="zh-CN" b="0" kern="2200" dirty="0">
                <a:solidFill>
                  <a:schemeClr val="tx1"/>
                </a:solidFill>
                <a:latin typeface="宋体" panose="02010600030101010101" pitchFamily="2" charset="-122"/>
                <a:ea typeface="宋体" panose="02010600030101010101" pitchFamily="2" charset="-122"/>
              </a:rPr>
              <a:t>(</a:t>
            </a:r>
            <a:r>
              <a:rPr lang="en-US" altLang="zh-CN" b="0" kern="2200" dirty="0" err="1">
                <a:solidFill>
                  <a:schemeClr val="tx1"/>
                </a:solidFill>
                <a:latin typeface="宋体" panose="02010600030101010101" pitchFamily="2" charset="-122"/>
                <a:ea typeface="宋体" panose="02010600030101010101" pitchFamily="2" charset="-122"/>
              </a:rPr>
              <a:t>int</a:t>
            </a:r>
            <a:r>
              <a:rPr lang="en-US" altLang="zh-CN" b="0" kern="2200" dirty="0">
                <a:solidFill>
                  <a:schemeClr val="tx1"/>
                </a:solidFill>
                <a:latin typeface="宋体" panose="02010600030101010101" pitchFamily="2" charset="-122"/>
                <a:ea typeface="宋体" panose="02010600030101010101" pitchFamily="2" charset="-122"/>
              </a:rPr>
              <a:t> </a:t>
            </a:r>
            <a:r>
              <a:rPr lang="en-US" altLang="zh-CN" b="0" kern="2200" dirty="0" err="1">
                <a:solidFill>
                  <a:schemeClr val="tx1"/>
                </a:solidFill>
                <a:latin typeface="宋体" panose="02010600030101010101" pitchFamily="2" charset="-122"/>
                <a:ea typeface="宋体" panose="02010600030101010101" pitchFamily="2" charset="-122"/>
              </a:rPr>
              <a:t>i</a:t>
            </a:r>
            <a:r>
              <a:rPr lang="en-US" altLang="zh-CN" b="0" kern="2200" dirty="0">
                <a:solidFill>
                  <a:schemeClr val="tx1"/>
                </a:solidFill>
                <a:latin typeface="宋体" panose="02010600030101010101" pitchFamily="2" charset="-122"/>
                <a:ea typeface="宋体" panose="02010600030101010101" pitchFamily="2" charset="-122"/>
              </a:rPr>
              <a:t>=1; </a:t>
            </a:r>
            <a:r>
              <a:rPr lang="en-US" altLang="zh-CN" b="0" kern="2200" dirty="0" err="1">
                <a:solidFill>
                  <a:schemeClr val="tx1"/>
                </a:solidFill>
                <a:latin typeface="宋体" panose="02010600030101010101" pitchFamily="2" charset="-122"/>
                <a:ea typeface="宋体" panose="02010600030101010101" pitchFamily="2" charset="-122"/>
              </a:rPr>
              <a:t>i</a:t>
            </a:r>
            <a:r>
              <a:rPr lang="en-US" altLang="zh-CN" b="0" kern="2200" dirty="0">
                <a:solidFill>
                  <a:schemeClr val="tx1"/>
                </a:solidFill>
                <a:latin typeface="宋体" panose="02010600030101010101" pitchFamily="2" charset="-122"/>
                <a:ea typeface="宋体" panose="02010600030101010101" pitchFamily="2" charset="-122"/>
              </a:rPr>
              <a:t>&lt;=n; </a:t>
            </a:r>
            <a:r>
              <a:rPr lang="en-US" altLang="zh-CN" b="0" kern="2200" dirty="0" err="1">
                <a:solidFill>
                  <a:schemeClr val="tx1"/>
                </a:solidFill>
                <a:latin typeface="宋体" panose="02010600030101010101" pitchFamily="2" charset="-122"/>
                <a:ea typeface="宋体" panose="02010600030101010101" pitchFamily="2" charset="-122"/>
              </a:rPr>
              <a:t>i</a:t>
            </a:r>
            <a:r>
              <a:rPr lang="en-US" altLang="zh-CN" b="0" kern="2200" dirty="0">
                <a:solidFill>
                  <a:schemeClr val="tx1"/>
                </a:solidFill>
                <a:latin typeface="宋体" panose="02010600030101010101" pitchFamily="2" charset="-122"/>
                <a:ea typeface="宋体" panose="02010600030101010101" pitchFamily="2" charset="-122"/>
              </a:rPr>
              <a:t>++)</a:t>
            </a:r>
          </a:p>
          <a:p>
            <a:pPr marL="0" marR="0" indent="266700" algn="just">
              <a:spcBef>
                <a:spcPts val="0"/>
              </a:spcBef>
              <a:spcAft>
                <a:spcPts val="0"/>
              </a:spcAft>
            </a:pPr>
            <a:r>
              <a:rPr lang="en-US" altLang="zh-CN" b="0" kern="2200" dirty="0">
                <a:solidFill>
                  <a:schemeClr val="tx1"/>
                </a:solidFill>
                <a:latin typeface="宋体" panose="02010600030101010101" pitchFamily="2" charset="-122"/>
                <a:ea typeface="宋体" panose="02010600030101010101" pitchFamily="2" charset="-122"/>
              </a:rPr>
              <a:t>        s += a[</a:t>
            </a:r>
            <a:r>
              <a:rPr lang="en-US" altLang="zh-CN" b="0" kern="2200" dirty="0" err="1">
                <a:solidFill>
                  <a:schemeClr val="tx1"/>
                </a:solidFill>
                <a:latin typeface="宋体" panose="02010600030101010101" pitchFamily="2" charset="-122"/>
                <a:ea typeface="宋体" panose="02010600030101010101" pitchFamily="2" charset="-122"/>
              </a:rPr>
              <a:t>i</a:t>
            </a:r>
            <a:r>
              <a:rPr lang="en-US" altLang="zh-CN" b="0" kern="2200" dirty="0">
                <a:solidFill>
                  <a:schemeClr val="tx1"/>
                </a:solidFill>
                <a:latin typeface="宋体" panose="02010600030101010101" pitchFamily="2" charset="-122"/>
                <a:ea typeface="宋体" panose="02010600030101010101" pitchFamily="2" charset="-122"/>
              </a:rPr>
              <a:t>]*(sum[n]-sum[</a:t>
            </a:r>
            <a:r>
              <a:rPr lang="en-US" altLang="zh-CN" b="0" kern="2200" dirty="0" err="1">
                <a:solidFill>
                  <a:schemeClr val="tx1"/>
                </a:solidFill>
                <a:latin typeface="宋体" panose="02010600030101010101" pitchFamily="2" charset="-122"/>
                <a:ea typeface="宋体" panose="02010600030101010101" pitchFamily="2" charset="-122"/>
              </a:rPr>
              <a:t>i</a:t>
            </a:r>
            <a:r>
              <a:rPr lang="en-US" altLang="zh-CN" b="0" kern="2200" dirty="0">
                <a:solidFill>
                  <a:schemeClr val="tx1"/>
                </a:solidFill>
                <a:latin typeface="宋体" panose="02010600030101010101" pitchFamily="2" charset="-122"/>
                <a:ea typeface="宋体" panose="02010600030101010101" pitchFamily="2" charset="-122"/>
              </a:rPr>
              <a:t>]);</a:t>
            </a:r>
          </a:p>
          <a:p>
            <a:pPr marL="0" marR="0" indent="266700" algn="just">
              <a:spcBef>
                <a:spcPts val="0"/>
              </a:spcBef>
              <a:spcAft>
                <a:spcPts val="0"/>
              </a:spcAft>
            </a:pPr>
            <a:r>
              <a:rPr lang="en-US" altLang="zh-CN" b="0" kern="2200" dirty="0">
                <a:solidFill>
                  <a:schemeClr val="tx1"/>
                </a:solidFill>
                <a:latin typeface="宋体" panose="02010600030101010101" pitchFamily="2" charset="-122"/>
                <a:ea typeface="宋体" panose="02010600030101010101" pitchFamily="2" charset="-122"/>
              </a:rPr>
              <a:t>    </a:t>
            </a:r>
            <a:r>
              <a:rPr lang="en-US" altLang="zh-CN" b="0" kern="2200" dirty="0" err="1">
                <a:solidFill>
                  <a:schemeClr val="tx1"/>
                </a:solidFill>
                <a:latin typeface="宋体" panose="02010600030101010101" pitchFamily="2" charset="-122"/>
                <a:ea typeface="宋体" panose="02010600030101010101" pitchFamily="2" charset="-122"/>
              </a:rPr>
              <a:t>printf</a:t>
            </a:r>
            <a:r>
              <a:rPr lang="en-US" altLang="zh-CN" b="0" kern="2200" dirty="0">
                <a:solidFill>
                  <a:schemeClr val="tx1"/>
                </a:solidFill>
                <a:latin typeface="宋体" panose="02010600030101010101" pitchFamily="2" charset="-122"/>
                <a:ea typeface="宋体" panose="02010600030101010101" pitchFamily="2" charset="-122"/>
              </a:rPr>
              <a:t>("%</a:t>
            </a:r>
            <a:r>
              <a:rPr lang="en-US" altLang="zh-CN" b="0" kern="2200" dirty="0" err="1">
                <a:solidFill>
                  <a:schemeClr val="tx1"/>
                </a:solidFill>
                <a:latin typeface="宋体" panose="02010600030101010101" pitchFamily="2" charset="-122"/>
                <a:ea typeface="宋体" panose="02010600030101010101" pitchFamily="2" charset="-122"/>
              </a:rPr>
              <a:t>lld</a:t>
            </a:r>
            <a:r>
              <a:rPr lang="en-US" altLang="zh-CN" b="0" kern="2200" dirty="0">
                <a:solidFill>
                  <a:schemeClr val="tx1"/>
                </a:solidFill>
                <a:latin typeface="宋体" panose="02010600030101010101" pitchFamily="2" charset="-122"/>
                <a:ea typeface="宋体" panose="02010600030101010101" pitchFamily="2" charset="-122"/>
              </a:rPr>
              <a:t>\n", s);</a:t>
            </a:r>
          </a:p>
          <a:p>
            <a:pPr marL="0" marR="0" indent="266700" algn="just">
              <a:spcBef>
                <a:spcPts val="0"/>
              </a:spcBef>
              <a:spcAft>
                <a:spcPts val="0"/>
              </a:spcAft>
            </a:pPr>
            <a:r>
              <a:rPr lang="en-US" altLang="zh-CN" b="0" kern="2200" dirty="0">
                <a:solidFill>
                  <a:schemeClr val="tx1"/>
                </a:solidFill>
                <a:latin typeface="宋体" panose="02010600030101010101" pitchFamily="2" charset="-122"/>
                <a:ea typeface="宋体" panose="02010600030101010101" pitchFamily="2" charset="-122"/>
              </a:rPr>
              <a:t>    return 0;</a:t>
            </a:r>
          </a:p>
          <a:p>
            <a:pPr marL="0" marR="0" indent="266700" algn="just">
              <a:spcBef>
                <a:spcPts val="0"/>
              </a:spcBef>
              <a:spcAft>
                <a:spcPts val="0"/>
              </a:spcAft>
            </a:pPr>
            <a:r>
              <a:rPr lang="en-US" altLang="zh-CN" b="0" kern="2200" dirty="0">
                <a:solidFill>
                  <a:schemeClr val="tx1"/>
                </a:solidFill>
                <a:latin typeface="宋体" panose="02010600030101010101" pitchFamily="2" charset="-122"/>
                <a:ea typeface="宋体" panose="02010600030101010101" pitchFamily="2" charset="-122"/>
              </a:rPr>
              <a:t>}</a:t>
            </a:r>
          </a:p>
        </p:txBody>
      </p:sp>
    </p:spTree>
  </p:cSld>
  <p:clrMapOvr>
    <a:masterClrMapping/>
  </p:clrMapOvr>
  <mc:AlternateContent xmlns:mc="http://schemas.openxmlformats.org/markup-compatibility/2006" xmlns:p14="http://schemas.microsoft.com/office/powerpoint/2010/main">
    <mc:Choice Requires="p14">
      <p:transition spd="slow" p14:dur="2000" advTm="102542"/>
    </mc:Choice>
    <mc:Fallback xmlns="">
      <p:transition spd="slow" advTm="102542"/>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Rectangle 2"/>
          <p:cNvSpPr txBox="1">
            <a:spLocks noChangeArrowheads="1"/>
          </p:cNvSpPr>
          <p:nvPr/>
        </p:nvSpPr>
        <p:spPr>
          <a:xfrm>
            <a:off x="445916" y="401863"/>
            <a:ext cx="11147464" cy="736562"/>
          </a:xfrm>
          <a:prstGeom prst="rect">
            <a:avLst/>
          </a:prstGeom>
          <a:noFill/>
          <a:ln w="9525">
            <a:noFill/>
            <a:miter lim="800000"/>
          </a:ln>
        </p:spPr>
        <p:txBody>
          <a:bodyPr vert="horz" wrap="square" lIns="91440" tIns="45720" rIns="91440" bIns="45720" numCol="1" anchor="b" anchorCtr="0" compatLnSpc="1"/>
          <a:lstStyle>
            <a:defPPr>
              <a:defRPr lang="en-US"/>
            </a:defPPr>
            <a:lvl1pPr algn="ctr" eaLnBrk="0" hangingPunct="0">
              <a:defRPr sz="5000">
                <a:solidFill>
                  <a:srgbClr val="CC0000"/>
                </a:solidFill>
                <a:effectLst>
                  <a:outerShdw blurRad="38100" dist="38100" dir="2700000" algn="tl">
                    <a:srgbClr val="000000">
                      <a:alpha val="43137"/>
                    </a:srgbClr>
                  </a:outerShdw>
                </a:effectLst>
                <a:latin typeface="+mn-lt"/>
                <a:ea typeface="+mj-ea"/>
                <a:cs typeface="+mj-cs"/>
              </a:defRPr>
            </a:lvl1pPr>
            <a:lvl2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2pPr>
            <a:lvl3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3pPr>
            <a:lvl4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4pPr>
            <a:lvl5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5pPr>
            <a:lvl6pPr marL="4572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6pPr>
            <a:lvl7pPr marL="9144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7pPr>
            <a:lvl8pPr marL="13716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8pPr>
            <a:lvl9pPr marL="18288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9pPr>
          </a:lstStyle>
          <a:p>
            <a:pPr algn="l"/>
            <a:r>
              <a:rPr lang="zh-CN" altLang="en-US" sz="2800" dirty="0">
                <a:solidFill>
                  <a:srgbClr val="C00000"/>
                </a:solidFill>
                <a:effectLst/>
                <a:latin typeface="微软雅黑" panose="020B0503020204020204" pitchFamily="34" charset="-122"/>
                <a:ea typeface="微软雅黑" panose="020B0503020204020204" pitchFamily="34" charset="-122"/>
              </a:rPr>
              <a:t>蓝桥杯官网</a:t>
            </a:r>
            <a:r>
              <a:rPr lang="en-US" altLang="zh-CN" sz="2800" dirty="0">
                <a:solidFill>
                  <a:srgbClr val="C00000"/>
                </a:solidFill>
                <a:effectLst/>
                <a:latin typeface="微软雅黑" panose="020B0503020204020204" pitchFamily="34" charset="-122"/>
                <a:ea typeface="微软雅黑" panose="020B0503020204020204" pitchFamily="34" charset="-122"/>
              </a:rPr>
              <a:t>2023</a:t>
            </a:r>
            <a:r>
              <a:rPr lang="zh-CN" altLang="en-US" sz="2800" dirty="0">
                <a:solidFill>
                  <a:srgbClr val="C00000"/>
                </a:solidFill>
                <a:effectLst/>
                <a:latin typeface="微软雅黑" panose="020B0503020204020204" pitchFamily="34" charset="-122"/>
                <a:ea typeface="微软雅黑" panose="020B0503020204020204" pitchFamily="34" charset="-122"/>
              </a:rPr>
              <a:t>年</a:t>
            </a:r>
            <a:r>
              <a:rPr lang="en-US" altLang="zh-CN" sz="2800" dirty="0">
                <a:solidFill>
                  <a:srgbClr val="C00000"/>
                </a:solidFill>
                <a:effectLst/>
                <a:latin typeface="微软雅黑" panose="020B0503020204020204" pitchFamily="34" charset="-122"/>
                <a:ea typeface="微软雅黑" panose="020B0503020204020204" pitchFamily="34" charset="-122"/>
              </a:rPr>
              <a:t>12</a:t>
            </a:r>
            <a:r>
              <a:rPr lang="zh-CN" altLang="en-US" sz="2800" dirty="0">
                <a:solidFill>
                  <a:srgbClr val="C00000"/>
                </a:solidFill>
                <a:effectLst/>
                <a:latin typeface="微软雅黑" panose="020B0503020204020204" pitchFamily="34" charset="-122"/>
                <a:ea typeface="微软雅黑" panose="020B0503020204020204" pitchFamily="34" charset="-122"/>
              </a:rPr>
              <a:t>月发布大纲 </a:t>
            </a:r>
          </a:p>
        </p:txBody>
      </p:sp>
      <p:sp>
        <p:nvSpPr>
          <p:cNvPr id="2" name="灯片编号占位符 1">
            <a:extLst>
              <a:ext uri="{FF2B5EF4-FFF2-40B4-BE49-F238E27FC236}">
                <a16:creationId xmlns:a16="http://schemas.microsoft.com/office/drawing/2014/main" id="{DDCBB3D8-AE1A-4351-BDEB-2B350E4B0B05}"/>
              </a:ext>
            </a:extLst>
          </p:cNvPr>
          <p:cNvSpPr>
            <a:spLocks noGrp="1"/>
          </p:cNvSpPr>
          <p:nvPr>
            <p:ph type="sldNum" sz="quarter" idx="12"/>
          </p:nvPr>
        </p:nvSpPr>
        <p:spPr/>
        <p:txBody>
          <a:bodyPr vert="horz" lIns="91440" tIns="45720" rIns="91440" bIns="45720" rtlCol="0" anchor="ctr"/>
          <a:lstStyle/>
          <a:p>
            <a:fld id="{217794D7-36C4-4E93-AE7A-0CAF6AF174FC}" type="slidenum">
              <a:rPr lang="zh-CN" altLang="en-US" b="0" smtClean="0">
                <a:solidFill>
                  <a:schemeClr val="tx1"/>
                </a:solidFill>
              </a:rPr>
              <a:pPr/>
              <a:t>32</a:t>
            </a:fld>
            <a:endParaRPr lang="en-US" altLang="zh-CN" b="0" dirty="0">
              <a:solidFill>
                <a:schemeClr val="tx1"/>
              </a:solidFill>
            </a:endParaRPr>
          </a:p>
        </p:txBody>
      </p:sp>
      <p:pic>
        <p:nvPicPr>
          <p:cNvPr id="3" name="图片 2"/>
          <p:cNvPicPr>
            <a:picLocks noChangeAspect="1"/>
          </p:cNvPicPr>
          <p:nvPr/>
        </p:nvPicPr>
        <p:blipFill>
          <a:blip r:embed="rId2"/>
          <a:stretch>
            <a:fillRect/>
          </a:stretch>
        </p:blipFill>
        <p:spPr>
          <a:xfrm>
            <a:off x="1780198" y="1596540"/>
            <a:ext cx="8478900" cy="4459472"/>
          </a:xfrm>
          <a:prstGeom prst="rect">
            <a:avLst/>
          </a:prstGeom>
        </p:spPr>
      </p:pic>
    </p:spTree>
    <p:extLst>
      <p:ext uri="{BB962C8B-B14F-4D97-AF65-F5344CB8AC3E}">
        <p14:creationId xmlns:p14="http://schemas.microsoft.com/office/powerpoint/2010/main" val="2279234195"/>
      </p:ext>
    </p:extLst>
  </p:cSld>
  <p:clrMapOvr>
    <a:masterClrMapping/>
  </p:clrMapOvr>
  <mc:AlternateContent xmlns:mc="http://schemas.openxmlformats.org/markup-compatibility/2006" xmlns:p14="http://schemas.microsoft.com/office/powerpoint/2010/main">
    <mc:Choice Requires="p14">
      <p:transition spd="slow" p14:dur="2000" advTm="23096"/>
    </mc:Choice>
    <mc:Fallback xmlns="">
      <p:transition spd="slow" advTm="23096"/>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DDCBB3D8-AE1A-4351-BDEB-2B350E4B0B05}"/>
              </a:ext>
            </a:extLst>
          </p:cNvPr>
          <p:cNvSpPr>
            <a:spLocks noGrp="1"/>
          </p:cNvSpPr>
          <p:nvPr>
            <p:ph type="sldNum" sz="quarter" idx="12"/>
          </p:nvPr>
        </p:nvSpPr>
        <p:spPr/>
        <p:txBody>
          <a:bodyPr vert="horz" lIns="91440" tIns="45720" rIns="91440" bIns="45720" rtlCol="0" anchor="ctr"/>
          <a:lstStyle/>
          <a:p>
            <a:fld id="{217794D7-36C4-4E93-AE7A-0CAF6AF174FC}" type="slidenum">
              <a:rPr lang="zh-CN" altLang="en-US" b="0" smtClean="0">
                <a:solidFill>
                  <a:schemeClr val="tx1"/>
                </a:solidFill>
              </a:rPr>
              <a:pPr/>
              <a:t>33</a:t>
            </a:fld>
            <a:endParaRPr lang="en-US" altLang="zh-CN" b="0" dirty="0">
              <a:solidFill>
                <a:schemeClr val="tx1"/>
              </a:solidFill>
            </a:endParaRPr>
          </a:p>
        </p:txBody>
      </p:sp>
      <p:graphicFrame>
        <p:nvGraphicFramePr>
          <p:cNvPr id="3" name="表格 2"/>
          <p:cNvGraphicFramePr>
            <a:graphicFrameLocks noGrp="1"/>
          </p:cNvGraphicFramePr>
          <p:nvPr/>
        </p:nvGraphicFramePr>
        <p:xfrm>
          <a:off x="1209440" y="1291130"/>
          <a:ext cx="9775865" cy="4415917"/>
        </p:xfrm>
        <a:graphic>
          <a:graphicData uri="http://schemas.openxmlformats.org/drawingml/2006/table">
            <a:tbl>
              <a:tblPr>
                <a:tableStyleId>{5C22544A-7EE6-4342-B048-85BDC9FD1C3A}</a:tableStyleId>
              </a:tblPr>
              <a:tblGrid>
                <a:gridCol w="1492137">
                  <a:extLst>
                    <a:ext uri="{9D8B030D-6E8A-4147-A177-3AD203B41FA5}">
                      <a16:colId xmlns:a16="http://schemas.microsoft.com/office/drawing/2014/main" val="2721553085"/>
                    </a:ext>
                  </a:extLst>
                </a:gridCol>
                <a:gridCol w="8283728">
                  <a:extLst>
                    <a:ext uri="{9D8B030D-6E8A-4147-A177-3AD203B41FA5}">
                      <a16:colId xmlns:a16="http://schemas.microsoft.com/office/drawing/2014/main" val="89890491"/>
                    </a:ext>
                  </a:extLst>
                </a:gridCol>
              </a:tblGrid>
              <a:tr h="1527051">
                <a:tc>
                  <a:txBody>
                    <a:bodyPr/>
                    <a:lstStyle/>
                    <a:p>
                      <a:pPr marL="0" marR="0" indent="0" algn="just">
                        <a:lnSpc>
                          <a:spcPct val="150000"/>
                        </a:lnSpc>
                        <a:spcBef>
                          <a:spcPts val="0"/>
                        </a:spcBef>
                        <a:spcAft>
                          <a:spcPts val="0"/>
                        </a:spcAft>
                      </a:pPr>
                      <a:r>
                        <a:rPr lang="zh-CN" altLang="en-US" sz="2400" b="1" u="none" kern="2200" dirty="0">
                          <a:solidFill>
                            <a:srgbClr val="FF0000"/>
                          </a:solidFill>
                          <a:effectLst/>
                          <a:latin typeface="微软雅黑" panose="020B0503020204020204" pitchFamily="34" charset="-122"/>
                          <a:ea typeface="微软雅黑" panose="020B0503020204020204" pitchFamily="34" charset="-122"/>
                        </a:rPr>
                        <a:t>大学</a:t>
                      </a:r>
                      <a:r>
                        <a:rPr lang="en-US" sz="2400" b="1" u="none" kern="2200" dirty="0">
                          <a:solidFill>
                            <a:srgbClr val="FF0000"/>
                          </a:solidFill>
                          <a:effectLst/>
                          <a:latin typeface="微软雅黑" panose="020B0503020204020204" pitchFamily="34" charset="-122"/>
                          <a:ea typeface="微软雅黑" panose="020B0503020204020204" pitchFamily="34" charset="-122"/>
                        </a:rPr>
                        <a:t>C</a:t>
                      </a:r>
                      <a:r>
                        <a:rPr lang="zh-CN" altLang="en-US" sz="2400" b="1" u="none" kern="2200" dirty="0">
                          <a:solidFill>
                            <a:srgbClr val="FF0000"/>
                          </a:solidFill>
                          <a:effectLst/>
                          <a:latin typeface="微软雅黑" panose="020B0503020204020204" pitchFamily="34" charset="-122"/>
                          <a:ea typeface="微软雅黑" panose="020B0503020204020204" pitchFamily="34" charset="-122"/>
                        </a:rPr>
                        <a:t>组</a:t>
                      </a:r>
                    </a:p>
                  </a:txBody>
                  <a:tcPr marL="68580" marR="68580"/>
                </a:tc>
                <a:tc>
                  <a:txBody>
                    <a:bodyPr/>
                    <a:lstStyle/>
                    <a:p>
                      <a:pPr marL="0" marR="0" indent="0" algn="just">
                        <a:lnSpc>
                          <a:spcPct val="150000"/>
                        </a:lnSpc>
                        <a:spcBef>
                          <a:spcPts val="0"/>
                        </a:spcBef>
                        <a:spcAft>
                          <a:spcPts val="0"/>
                        </a:spcAft>
                      </a:pPr>
                      <a:r>
                        <a:rPr lang="zh-CN" altLang="en-US" sz="2400" b="1" u="none" kern="2200" dirty="0">
                          <a:solidFill>
                            <a:srgbClr val="00B0F0"/>
                          </a:solidFill>
                          <a:effectLst/>
                          <a:latin typeface="微软雅黑" panose="020B0503020204020204" pitchFamily="34" charset="-122"/>
                          <a:ea typeface="微软雅黑" panose="020B0503020204020204" pitchFamily="34" charset="-122"/>
                        </a:rPr>
                        <a:t>枚举</a:t>
                      </a:r>
                      <a:endParaRPr lang="en-US" altLang="zh-CN" sz="2400" b="1" u="none" kern="2200" dirty="0">
                        <a:solidFill>
                          <a:srgbClr val="00B0F0"/>
                        </a:solidFill>
                        <a:effectLst/>
                        <a:latin typeface="微软雅黑" panose="020B0503020204020204" pitchFamily="34" charset="-122"/>
                        <a:ea typeface="微软雅黑" panose="020B0503020204020204" pitchFamily="34" charset="-122"/>
                      </a:endParaRPr>
                    </a:p>
                    <a:p>
                      <a:pPr marL="0" marR="0" indent="0" algn="just">
                        <a:lnSpc>
                          <a:spcPct val="150000"/>
                        </a:lnSpc>
                        <a:spcBef>
                          <a:spcPts val="0"/>
                        </a:spcBef>
                        <a:spcAft>
                          <a:spcPts val="0"/>
                        </a:spcAft>
                      </a:pPr>
                      <a:r>
                        <a:rPr lang="zh-CN" altLang="en-US" sz="2400" b="1" u="none" kern="2200" dirty="0">
                          <a:solidFill>
                            <a:srgbClr val="00B0F0"/>
                          </a:solidFill>
                          <a:effectLst/>
                          <a:latin typeface="微软雅黑" panose="020B0503020204020204" pitchFamily="34" charset="-122"/>
                          <a:ea typeface="微软雅黑" panose="020B0503020204020204" pitchFamily="34" charset="-122"/>
                          <a:cs typeface="+mn-cs"/>
                        </a:rPr>
                        <a:t>排序</a:t>
                      </a:r>
                      <a:r>
                        <a:rPr lang="zh-CN" altLang="en-US" sz="2400" b="1" u="none" kern="2200" dirty="0">
                          <a:effectLst/>
                          <a:latin typeface="微软雅黑" panose="020B0503020204020204" pitchFamily="34" charset="-122"/>
                          <a:ea typeface="微软雅黑" panose="020B0503020204020204" pitchFamily="34" charset="-122"/>
                        </a:rPr>
                        <a:t>：冒泡排序、选择排序、插入排序</a:t>
                      </a:r>
                      <a:endParaRPr lang="en-US" altLang="zh-CN" sz="2400" b="1" u="none" kern="2200" dirty="0">
                        <a:effectLst/>
                        <a:latin typeface="微软雅黑" panose="020B0503020204020204" pitchFamily="34" charset="-122"/>
                        <a:ea typeface="微软雅黑" panose="020B0503020204020204" pitchFamily="34" charset="-122"/>
                      </a:endParaRPr>
                    </a:p>
                    <a:p>
                      <a:pPr marL="0" marR="0" indent="0" algn="just">
                        <a:lnSpc>
                          <a:spcPct val="150000"/>
                        </a:lnSpc>
                        <a:spcBef>
                          <a:spcPts val="0"/>
                        </a:spcBef>
                        <a:spcAft>
                          <a:spcPts val="0"/>
                        </a:spcAft>
                      </a:pPr>
                      <a:r>
                        <a:rPr lang="zh-CN" altLang="en-US" sz="2400" b="1" u="none" kern="2200" dirty="0">
                          <a:solidFill>
                            <a:srgbClr val="00B0F0"/>
                          </a:solidFill>
                          <a:effectLst/>
                          <a:latin typeface="微软雅黑" panose="020B0503020204020204" pitchFamily="34" charset="-122"/>
                          <a:ea typeface="微软雅黑" panose="020B0503020204020204" pitchFamily="34" charset="-122"/>
                          <a:cs typeface="+mn-cs"/>
                        </a:rPr>
                        <a:t>搜索</a:t>
                      </a:r>
                      <a:r>
                        <a:rPr lang="zh-CN" altLang="en-US" sz="2400" b="1" u="none" kern="2200" dirty="0">
                          <a:effectLst/>
                          <a:latin typeface="微软雅黑" panose="020B0503020204020204" pitchFamily="34" charset="-122"/>
                          <a:ea typeface="微软雅黑" panose="020B0503020204020204" pitchFamily="34" charset="-122"/>
                        </a:rPr>
                        <a:t>：</a:t>
                      </a:r>
                      <a:r>
                        <a:rPr lang="en-US" altLang="zh-CN" sz="2400" b="1" u="none" kern="2200" dirty="0">
                          <a:effectLst/>
                          <a:latin typeface="微软雅黑" panose="020B0503020204020204" pitchFamily="34" charset="-122"/>
                          <a:ea typeface="微软雅黑" panose="020B0503020204020204" pitchFamily="34" charset="-122"/>
                        </a:rPr>
                        <a:t>BFS</a:t>
                      </a:r>
                      <a:r>
                        <a:rPr lang="zh-CN" altLang="en-US" sz="2400" b="1" u="none" kern="2200" dirty="0">
                          <a:effectLst/>
                          <a:latin typeface="微软雅黑" panose="020B0503020204020204" pitchFamily="34" charset="-122"/>
                          <a:ea typeface="微软雅黑" panose="020B0503020204020204" pitchFamily="34" charset="-122"/>
                        </a:rPr>
                        <a:t>、</a:t>
                      </a:r>
                      <a:r>
                        <a:rPr lang="en-US" altLang="zh-CN" sz="2400" b="1" u="none" kern="2200" dirty="0">
                          <a:effectLst/>
                          <a:latin typeface="微软雅黑" panose="020B0503020204020204" pitchFamily="34" charset="-122"/>
                          <a:ea typeface="微软雅黑" panose="020B0503020204020204" pitchFamily="34" charset="-122"/>
                        </a:rPr>
                        <a:t>DFS</a:t>
                      </a:r>
                    </a:p>
                    <a:p>
                      <a:pPr marL="0" marR="0" indent="0" algn="just">
                        <a:lnSpc>
                          <a:spcPct val="150000"/>
                        </a:lnSpc>
                        <a:spcBef>
                          <a:spcPts val="0"/>
                        </a:spcBef>
                        <a:spcAft>
                          <a:spcPts val="0"/>
                        </a:spcAft>
                      </a:pPr>
                      <a:r>
                        <a:rPr lang="zh-CN" altLang="en-US" sz="2400" b="1" u="none" kern="2200" dirty="0">
                          <a:solidFill>
                            <a:srgbClr val="00B0F0"/>
                          </a:solidFill>
                          <a:effectLst/>
                          <a:latin typeface="微软雅黑" panose="020B0503020204020204" pitchFamily="34" charset="-122"/>
                          <a:ea typeface="微软雅黑" panose="020B0503020204020204" pitchFamily="34" charset="-122"/>
                          <a:cs typeface="+mn-cs"/>
                        </a:rPr>
                        <a:t>贪心</a:t>
                      </a:r>
                      <a:r>
                        <a:rPr lang="zh-CN" altLang="en-US" sz="2400" b="1" u="none" kern="2200" dirty="0">
                          <a:solidFill>
                            <a:srgbClr val="00B0F0"/>
                          </a:solidFill>
                          <a:effectLst/>
                          <a:latin typeface="微软雅黑" panose="020B0503020204020204" pitchFamily="34" charset="-122"/>
                          <a:ea typeface="微软雅黑" panose="020B0503020204020204" pitchFamily="34" charset="-122"/>
                        </a:rPr>
                        <a:t>；模拟；前缀和；二分</a:t>
                      </a:r>
                      <a:endParaRPr lang="en-US" altLang="zh-CN" sz="2400" b="1" u="none" kern="2200" dirty="0">
                        <a:solidFill>
                          <a:srgbClr val="00B0F0"/>
                        </a:solidFill>
                        <a:effectLst/>
                        <a:latin typeface="微软雅黑" panose="020B0503020204020204" pitchFamily="34" charset="-122"/>
                        <a:ea typeface="微软雅黑" panose="020B0503020204020204" pitchFamily="34" charset="-122"/>
                      </a:endParaRPr>
                    </a:p>
                    <a:p>
                      <a:pPr marL="0" marR="0" indent="0" algn="just">
                        <a:lnSpc>
                          <a:spcPct val="150000"/>
                        </a:lnSpc>
                        <a:spcBef>
                          <a:spcPts val="0"/>
                        </a:spcBef>
                        <a:spcAft>
                          <a:spcPts val="0"/>
                        </a:spcAft>
                      </a:pPr>
                      <a:r>
                        <a:rPr lang="en-US" altLang="zh-CN" sz="2400" b="1" u="none" kern="2200" dirty="0">
                          <a:solidFill>
                            <a:srgbClr val="00B0F0"/>
                          </a:solidFill>
                          <a:effectLst/>
                          <a:latin typeface="微软雅黑" panose="020B0503020204020204" pitchFamily="34" charset="-122"/>
                          <a:ea typeface="微软雅黑" panose="020B0503020204020204" pitchFamily="34" charset="-122"/>
                          <a:cs typeface="+mn-cs"/>
                        </a:rPr>
                        <a:t>DP</a:t>
                      </a:r>
                      <a:r>
                        <a:rPr lang="zh-CN" altLang="en-US" sz="2400" b="1" u="none" kern="2200" dirty="0">
                          <a:effectLst/>
                          <a:latin typeface="微软雅黑" panose="020B0503020204020204" pitchFamily="34" charset="-122"/>
                          <a:ea typeface="微软雅黑" panose="020B0503020204020204" pitchFamily="34" charset="-122"/>
                        </a:rPr>
                        <a:t>：普通一维问题</a:t>
                      </a:r>
                      <a:endParaRPr lang="en-US" altLang="zh-CN" sz="2400" b="1" u="none" kern="2200" dirty="0">
                        <a:effectLst/>
                        <a:latin typeface="微软雅黑" panose="020B0503020204020204" pitchFamily="34" charset="-122"/>
                        <a:ea typeface="微软雅黑" panose="020B0503020204020204" pitchFamily="34" charset="-122"/>
                      </a:endParaRPr>
                    </a:p>
                    <a:p>
                      <a:pPr marL="0" marR="0" indent="0" algn="just" defTabSz="914400" rtl="0" eaLnBrk="1" latinLnBrk="0" hangingPunct="1">
                        <a:lnSpc>
                          <a:spcPct val="150000"/>
                        </a:lnSpc>
                        <a:spcBef>
                          <a:spcPts val="0"/>
                        </a:spcBef>
                        <a:spcAft>
                          <a:spcPts val="0"/>
                        </a:spcAft>
                      </a:pPr>
                      <a:r>
                        <a:rPr lang="zh-CN" altLang="en-US" sz="2400" b="1" u="none" kern="2200" dirty="0">
                          <a:solidFill>
                            <a:srgbClr val="00B0F0"/>
                          </a:solidFill>
                          <a:effectLst/>
                          <a:latin typeface="微软雅黑" panose="020B0503020204020204" pitchFamily="34" charset="-122"/>
                          <a:ea typeface="微软雅黑" panose="020B0503020204020204" pitchFamily="34" charset="-122"/>
                          <a:cs typeface="+mn-cs"/>
                        </a:rPr>
                        <a:t>高精度</a:t>
                      </a:r>
                      <a:endParaRPr lang="en-US" altLang="zh-CN" sz="2400" b="1" u="none" kern="2200" dirty="0">
                        <a:solidFill>
                          <a:srgbClr val="00B0F0"/>
                        </a:solidFill>
                        <a:effectLst/>
                        <a:latin typeface="微软雅黑" panose="020B0503020204020204" pitchFamily="34" charset="-122"/>
                        <a:ea typeface="微软雅黑" panose="020B0503020204020204" pitchFamily="34" charset="-122"/>
                        <a:cs typeface="+mn-cs"/>
                      </a:endParaRPr>
                    </a:p>
                    <a:p>
                      <a:pPr marL="0" marR="0" indent="0" algn="just">
                        <a:lnSpc>
                          <a:spcPct val="150000"/>
                        </a:lnSpc>
                        <a:spcBef>
                          <a:spcPts val="0"/>
                        </a:spcBef>
                        <a:spcAft>
                          <a:spcPts val="0"/>
                        </a:spcAft>
                      </a:pPr>
                      <a:r>
                        <a:rPr lang="zh-CN" altLang="en-US" sz="2400" b="1" u="none" kern="2200" dirty="0">
                          <a:solidFill>
                            <a:srgbClr val="00B0F0"/>
                          </a:solidFill>
                          <a:effectLst/>
                          <a:latin typeface="微软雅黑" panose="020B0503020204020204" pitchFamily="34" charset="-122"/>
                          <a:ea typeface="微软雅黑" panose="020B0503020204020204" pitchFamily="34" charset="-122"/>
                          <a:cs typeface="+mn-cs"/>
                        </a:rPr>
                        <a:t>数据结构</a:t>
                      </a:r>
                      <a:r>
                        <a:rPr lang="zh-CN" altLang="en-US" sz="2400" b="1" u="none" kern="2200" dirty="0">
                          <a:effectLst/>
                          <a:latin typeface="微软雅黑" panose="020B0503020204020204" pitchFamily="34" charset="-122"/>
                          <a:ea typeface="微软雅黑" panose="020B0503020204020204" pitchFamily="34" charset="-122"/>
                        </a:rPr>
                        <a:t>：栈、队列、链表、二叉树</a:t>
                      </a:r>
                      <a:endParaRPr lang="en-US" altLang="zh-CN" sz="2400" b="1" u="none" kern="2200" dirty="0">
                        <a:effectLst/>
                        <a:latin typeface="微软雅黑" panose="020B0503020204020204" pitchFamily="34" charset="-122"/>
                        <a:ea typeface="微软雅黑" panose="020B0503020204020204" pitchFamily="34" charset="-122"/>
                      </a:endParaRPr>
                    </a:p>
                    <a:p>
                      <a:pPr marL="0" marR="0" indent="0" algn="just" defTabSz="914400" rtl="0" eaLnBrk="1" latinLnBrk="0" hangingPunct="1">
                        <a:lnSpc>
                          <a:spcPct val="150000"/>
                        </a:lnSpc>
                        <a:spcBef>
                          <a:spcPts val="0"/>
                        </a:spcBef>
                        <a:spcAft>
                          <a:spcPts val="0"/>
                        </a:spcAft>
                      </a:pPr>
                      <a:r>
                        <a:rPr lang="zh-CN" altLang="en-US" sz="2400" b="1" u="none" kern="2200" dirty="0">
                          <a:solidFill>
                            <a:srgbClr val="00B0F0"/>
                          </a:solidFill>
                          <a:effectLst/>
                          <a:latin typeface="微软雅黑" panose="020B0503020204020204" pitchFamily="34" charset="-122"/>
                          <a:ea typeface="微软雅黑" panose="020B0503020204020204" pitchFamily="34" charset="-122"/>
                          <a:cs typeface="+mn-cs"/>
                        </a:rPr>
                        <a:t>数学</a:t>
                      </a:r>
                    </a:p>
                  </a:txBody>
                  <a:tcPr marL="68580" marR="68580"/>
                </a:tc>
                <a:extLst>
                  <a:ext uri="{0D108BD9-81ED-4DB2-BD59-A6C34878D82A}">
                    <a16:rowId xmlns:a16="http://schemas.microsoft.com/office/drawing/2014/main" val="2801385896"/>
                  </a:ext>
                </a:extLst>
              </a:tr>
            </a:tbl>
          </a:graphicData>
        </a:graphic>
      </p:graphicFrame>
    </p:spTree>
    <p:extLst>
      <p:ext uri="{BB962C8B-B14F-4D97-AF65-F5344CB8AC3E}">
        <p14:creationId xmlns:p14="http://schemas.microsoft.com/office/powerpoint/2010/main" val="1883248650"/>
      </p:ext>
    </p:extLst>
  </p:cSld>
  <p:clrMapOvr>
    <a:masterClrMapping/>
  </p:clrMapOvr>
  <mc:AlternateContent xmlns:mc="http://schemas.openxmlformats.org/markup-compatibility/2006" xmlns:p14="http://schemas.microsoft.com/office/powerpoint/2010/main">
    <mc:Choice Requires="p14">
      <p:transition spd="slow" p14:dur="2000" advTm="146422"/>
    </mc:Choice>
    <mc:Fallback xmlns="">
      <p:transition spd="slow" advTm="146422"/>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DDCBB3D8-AE1A-4351-BDEB-2B350E4B0B05}"/>
              </a:ext>
            </a:extLst>
          </p:cNvPr>
          <p:cNvSpPr>
            <a:spLocks noGrp="1"/>
          </p:cNvSpPr>
          <p:nvPr>
            <p:ph type="sldNum" sz="quarter" idx="12"/>
          </p:nvPr>
        </p:nvSpPr>
        <p:spPr/>
        <p:txBody>
          <a:bodyPr vert="horz" lIns="91440" tIns="45720" rIns="91440" bIns="45720" rtlCol="0" anchor="ctr"/>
          <a:lstStyle/>
          <a:p>
            <a:fld id="{217794D7-36C4-4E93-AE7A-0CAF6AF174FC}" type="slidenum">
              <a:rPr lang="zh-CN" altLang="en-US" b="0" smtClean="0">
                <a:solidFill>
                  <a:schemeClr val="tx1"/>
                </a:solidFill>
              </a:rPr>
              <a:pPr/>
              <a:t>34</a:t>
            </a:fld>
            <a:endParaRPr lang="en-US" altLang="zh-CN" b="0" dirty="0">
              <a:solidFill>
                <a:schemeClr val="tx1"/>
              </a:solidFill>
            </a:endParaRPr>
          </a:p>
        </p:txBody>
      </p:sp>
      <p:graphicFrame>
        <p:nvGraphicFramePr>
          <p:cNvPr id="3" name="表格 2"/>
          <p:cNvGraphicFramePr>
            <a:graphicFrameLocks noGrp="1"/>
          </p:cNvGraphicFramePr>
          <p:nvPr/>
        </p:nvGraphicFramePr>
        <p:xfrm>
          <a:off x="1056735" y="680310"/>
          <a:ext cx="10731110" cy="5321173"/>
        </p:xfrm>
        <a:graphic>
          <a:graphicData uri="http://schemas.openxmlformats.org/drawingml/2006/table">
            <a:tbl>
              <a:tblPr>
                <a:tableStyleId>{5C22544A-7EE6-4342-B048-85BDC9FD1C3A}</a:tableStyleId>
              </a:tblPr>
              <a:tblGrid>
                <a:gridCol w="1637940">
                  <a:extLst>
                    <a:ext uri="{9D8B030D-6E8A-4147-A177-3AD203B41FA5}">
                      <a16:colId xmlns:a16="http://schemas.microsoft.com/office/drawing/2014/main" val="2721553085"/>
                    </a:ext>
                  </a:extLst>
                </a:gridCol>
                <a:gridCol w="9093170">
                  <a:extLst>
                    <a:ext uri="{9D8B030D-6E8A-4147-A177-3AD203B41FA5}">
                      <a16:colId xmlns:a16="http://schemas.microsoft.com/office/drawing/2014/main" val="89890491"/>
                    </a:ext>
                  </a:extLst>
                </a:gridCol>
              </a:tblGrid>
              <a:tr h="1527051">
                <a:tc>
                  <a:txBody>
                    <a:bodyPr/>
                    <a:lstStyle/>
                    <a:p>
                      <a:pPr marL="0" marR="0" indent="0" algn="just">
                        <a:lnSpc>
                          <a:spcPct val="150000"/>
                        </a:lnSpc>
                        <a:spcBef>
                          <a:spcPts val="0"/>
                        </a:spcBef>
                        <a:spcAft>
                          <a:spcPts val="0"/>
                        </a:spcAft>
                      </a:pPr>
                      <a:r>
                        <a:rPr lang="zh-CN" altLang="en-US" sz="2400" b="1" u="none" kern="2200" dirty="0">
                          <a:solidFill>
                            <a:srgbClr val="FF0000"/>
                          </a:solidFill>
                          <a:effectLst/>
                          <a:latin typeface="微软雅黑" panose="020B0503020204020204" pitchFamily="34" charset="-122"/>
                          <a:ea typeface="微软雅黑" panose="020B0503020204020204" pitchFamily="34" charset="-122"/>
                        </a:rPr>
                        <a:t>大学</a:t>
                      </a:r>
                      <a:r>
                        <a:rPr lang="en-US" sz="2400" b="1" u="none" kern="2200" dirty="0">
                          <a:solidFill>
                            <a:srgbClr val="FF0000"/>
                          </a:solidFill>
                          <a:effectLst/>
                          <a:latin typeface="微软雅黑" panose="020B0503020204020204" pitchFamily="34" charset="-122"/>
                          <a:ea typeface="微软雅黑" panose="020B0503020204020204" pitchFamily="34" charset="-122"/>
                        </a:rPr>
                        <a:t>B</a:t>
                      </a:r>
                      <a:r>
                        <a:rPr lang="zh-CN" altLang="en-US" sz="2400" b="1" u="none" kern="2200" dirty="0">
                          <a:solidFill>
                            <a:srgbClr val="FF0000"/>
                          </a:solidFill>
                          <a:effectLst/>
                          <a:latin typeface="微软雅黑" panose="020B0503020204020204" pitchFamily="34" charset="-122"/>
                          <a:ea typeface="微软雅黑" panose="020B0503020204020204" pitchFamily="34" charset="-122"/>
                        </a:rPr>
                        <a:t>组</a:t>
                      </a:r>
                    </a:p>
                  </a:txBody>
                  <a:tcPr marL="68580" marR="68580"/>
                </a:tc>
                <a:tc>
                  <a:txBody>
                    <a:bodyPr/>
                    <a:lstStyle/>
                    <a:p>
                      <a:pPr marL="0" marR="0" indent="0" algn="just">
                        <a:lnSpc>
                          <a:spcPct val="120000"/>
                        </a:lnSpc>
                        <a:spcBef>
                          <a:spcPts val="0"/>
                        </a:spcBef>
                        <a:spcAft>
                          <a:spcPts val="0"/>
                        </a:spcAft>
                      </a:pPr>
                      <a:r>
                        <a:rPr lang="zh-CN" altLang="en-US" sz="2400" b="1" u="none" kern="2200" dirty="0">
                          <a:solidFill>
                            <a:srgbClr val="00B0F0"/>
                          </a:solidFill>
                          <a:effectLst/>
                          <a:latin typeface="微软雅黑" panose="020B0503020204020204" pitchFamily="34" charset="-122"/>
                          <a:ea typeface="微软雅黑" panose="020B0503020204020204" pitchFamily="34" charset="-122"/>
                        </a:rPr>
                        <a:t>排序</a:t>
                      </a:r>
                      <a:r>
                        <a:rPr lang="zh-CN" altLang="en-US" sz="2400" b="1" u="none" kern="2200" dirty="0">
                          <a:effectLst/>
                          <a:latin typeface="微软雅黑" panose="020B0503020204020204" pitchFamily="34" charset="-122"/>
                          <a:ea typeface="微软雅黑" panose="020B0503020204020204" pitchFamily="34" charset="-122"/>
                        </a:rPr>
                        <a:t>：归并排序、快速排序、桶排序、堆排序、基数排序</a:t>
                      </a:r>
                    </a:p>
                    <a:p>
                      <a:pPr marL="0" marR="0" indent="0" algn="just">
                        <a:lnSpc>
                          <a:spcPct val="120000"/>
                        </a:lnSpc>
                        <a:spcBef>
                          <a:spcPts val="0"/>
                        </a:spcBef>
                        <a:spcAft>
                          <a:spcPts val="0"/>
                        </a:spcAft>
                      </a:pPr>
                      <a:r>
                        <a:rPr lang="zh-CN" altLang="en-US" sz="2400" b="1" u="none" kern="2200" dirty="0">
                          <a:solidFill>
                            <a:srgbClr val="00B0F0"/>
                          </a:solidFill>
                          <a:effectLst/>
                          <a:latin typeface="微软雅黑" panose="020B0503020204020204" pitchFamily="34" charset="-122"/>
                          <a:ea typeface="微软雅黑" panose="020B0503020204020204" pitchFamily="34" charset="-122"/>
                          <a:cs typeface="+mn-cs"/>
                        </a:rPr>
                        <a:t>搜索：</a:t>
                      </a:r>
                      <a:r>
                        <a:rPr lang="zh-CN" altLang="en-US" sz="2400" b="1" u="none" kern="2200" dirty="0">
                          <a:effectLst/>
                          <a:latin typeface="微软雅黑" panose="020B0503020204020204" pitchFamily="34" charset="-122"/>
                          <a:ea typeface="微软雅黑" panose="020B0503020204020204" pitchFamily="34" charset="-122"/>
                        </a:rPr>
                        <a:t>剪枝、双向</a:t>
                      </a:r>
                      <a:r>
                        <a:rPr lang="en-US" altLang="zh-CN" sz="2400" b="1" u="none" kern="2200" dirty="0">
                          <a:effectLst/>
                          <a:latin typeface="微软雅黑" panose="020B0503020204020204" pitchFamily="34" charset="-122"/>
                          <a:ea typeface="微软雅黑" panose="020B0503020204020204" pitchFamily="34" charset="-122"/>
                        </a:rPr>
                        <a:t>BFS</a:t>
                      </a:r>
                      <a:r>
                        <a:rPr lang="zh-CN" altLang="en-US" sz="2400" b="1" u="none" kern="2200" dirty="0">
                          <a:effectLst/>
                          <a:latin typeface="微软雅黑" panose="020B0503020204020204" pitchFamily="34" charset="-122"/>
                          <a:ea typeface="微软雅黑" panose="020B0503020204020204" pitchFamily="34" charset="-122"/>
                        </a:rPr>
                        <a:t>、记忆化搜索、迭代加深搜索、启发式搜索</a:t>
                      </a:r>
                    </a:p>
                    <a:p>
                      <a:pPr marL="0" marR="0" indent="0" algn="just">
                        <a:lnSpc>
                          <a:spcPct val="120000"/>
                        </a:lnSpc>
                        <a:spcBef>
                          <a:spcPts val="0"/>
                        </a:spcBef>
                        <a:spcAft>
                          <a:spcPts val="0"/>
                        </a:spcAft>
                      </a:pPr>
                      <a:r>
                        <a:rPr lang="en-US" altLang="zh-CN" sz="2400" b="1" u="none" kern="2200" dirty="0">
                          <a:solidFill>
                            <a:srgbClr val="00B0F0"/>
                          </a:solidFill>
                          <a:effectLst/>
                          <a:latin typeface="微软雅黑" panose="020B0503020204020204" pitchFamily="34" charset="-122"/>
                          <a:ea typeface="微软雅黑" panose="020B0503020204020204" pitchFamily="34" charset="-122"/>
                          <a:cs typeface="+mn-cs"/>
                        </a:rPr>
                        <a:t>DP</a:t>
                      </a:r>
                      <a:r>
                        <a:rPr lang="zh-CN" altLang="en-US" sz="2400" b="1" u="none" kern="2200" dirty="0">
                          <a:solidFill>
                            <a:srgbClr val="00B0F0"/>
                          </a:solidFill>
                          <a:effectLst/>
                          <a:latin typeface="微软雅黑" panose="020B0503020204020204" pitchFamily="34" charset="-122"/>
                          <a:ea typeface="微软雅黑" panose="020B0503020204020204" pitchFamily="34" charset="-122"/>
                          <a:cs typeface="+mn-cs"/>
                        </a:rPr>
                        <a:t>：</a:t>
                      </a:r>
                      <a:r>
                        <a:rPr lang="zh-CN" altLang="en-US" sz="2400" b="1" u="none" kern="2200" dirty="0">
                          <a:effectLst/>
                          <a:latin typeface="微软雅黑" panose="020B0503020204020204" pitchFamily="34" charset="-122"/>
                          <a:ea typeface="微软雅黑" panose="020B0503020204020204" pitchFamily="34" charset="-122"/>
                        </a:rPr>
                        <a:t>背包</a:t>
                      </a:r>
                      <a:r>
                        <a:rPr lang="en-US" altLang="zh-CN" sz="2400" b="1" u="none" kern="2200" dirty="0">
                          <a:effectLst/>
                          <a:latin typeface="微软雅黑" panose="020B0503020204020204" pitchFamily="34" charset="-122"/>
                          <a:ea typeface="微软雅黑" panose="020B0503020204020204" pitchFamily="34" charset="-122"/>
                        </a:rPr>
                        <a:t>DP</a:t>
                      </a:r>
                      <a:r>
                        <a:rPr lang="zh-CN" altLang="en-US" sz="2400" b="1" u="none" kern="2200" dirty="0">
                          <a:effectLst/>
                          <a:latin typeface="微软雅黑" panose="020B0503020204020204" pitchFamily="34" charset="-122"/>
                          <a:ea typeface="微软雅黑" panose="020B0503020204020204" pitchFamily="34" charset="-122"/>
                        </a:rPr>
                        <a:t>、树形</a:t>
                      </a:r>
                      <a:r>
                        <a:rPr lang="en-US" altLang="zh-CN" sz="2400" b="1" u="none" kern="2200" dirty="0">
                          <a:effectLst/>
                          <a:latin typeface="微软雅黑" panose="020B0503020204020204" pitchFamily="34" charset="-122"/>
                          <a:ea typeface="微软雅黑" panose="020B0503020204020204" pitchFamily="34" charset="-122"/>
                        </a:rPr>
                        <a:t>DP</a:t>
                      </a:r>
                      <a:r>
                        <a:rPr lang="zh-CN" altLang="en-US" sz="2400" b="1" u="none" kern="2200" dirty="0">
                          <a:effectLst/>
                          <a:latin typeface="微软雅黑" panose="020B0503020204020204" pitchFamily="34" charset="-122"/>
                          <a:ea typeface="微软雅黑" panose="020B0503020204020204" pitchFamily="34" charset="-122"/>
                        </a:rPr>
                        <a:t>、状压</a:t>
                      </a:r>
                      <a:r>
                        <a:rPr lang="en-US" altLang="zh-CN" sz="2400" b="1" u="none" kern="2200" dirty="0">
                          <a:effectLst/>
                          <a:latin typeface="微软雅黑" panose="020B0503020204020204" pitchFamily="34" charset="-122"/>
                          <a:ea typeface="微软雅黑" panose="020B0503020204020204" pitchFamily="34" charset="-122"/>
                        </a:rPr>
                        <a:t>DP</a:t>
                      </a:r>
                      <a:r>
                        <a:rPr lang="zh-CN" altLang="en-US" sz="2400" b="1" u="none" kern="2200" dirty="0">
                          <a:effectLst/>
                          <a:latin typeface="微软雅黑" panose="020B0503020204020204" pitchFamily="34" charset="-122"/>
                          <a:ea typeface="微软雅黑" panose="020B0503020204020204" pitchFamily="34" charset="-122"/>
                        </a:rPr>
                        <a:t>、数位</a:t>
                      </a:r>
                      <a:r>
                        <a:rPr lang="en-US" altLang="zh-CN" sz="2400" b="1" u="none" kern="2200" dirty="0">
                          <a:effectLst/>
                          <a:latin typeface="微软雅黑" panose="020B0503020204020204" pitchFamily="34" charset="-122"/>
                          <a:ea typeface="微软雅黑" panose="020B0503020204020204" pitchFamily="34" charset="-122"/>
                        </a:rPr>
                        <a:t>DP</a:t>
                      </a:r>
                      <a:r>
                        <a:rPr lang="zh-CN" altLang="en-US" sz="2400" b="1" u="none" kern="2200" dirty="0">
                          <a:effectLst/>
                          <a:latin typeface="微软雅黑" panose="020B0503020204020204" pitchFamily="34" charset="-122"/>
                          <a:ea typeface="微软雅黑" panose="020B0503020204020204" pitchFamily="34" charset="-122"/>
                        </a:rPr>
                        <a:t>、</a:t>
                      </a:r>
                      <a:r>
                        <a:rPr lang="en-US" altLang="zh-CN" sz="2400" b="1" u="none" kern="2200" dirty="0">
                          <a:effectLst/>
                          <a:latin typeface="微软雅黑" panose="020B0503020204020204" pitchFamily="34" charset="-122"/>
                          <a:ea typeface="微软雅黑" panose="020B0503020204020204" pitchFamily="34" charset="-122"/>
                        </a:rPr>
                        <a:t>DP</a:t>
                      </a:r>
                      <a:r>
                        <a:rPr lang="zh-CN" altLang="en-US" sz="2400" b="1" u="none" kern="2200" dirty="0">
                          <a:effectLst/>
                          <a:latin typeface="微软雅黑" panose="020B0503020204020204" pitchFamily="34" charset="-122"/>
                          <a:ea typeface="微软雅黑" panose="020B0503020204020204" pitchFamily="34" charset="-122"/>
                        </a:rPr>
                        <a:t>的常见优化</a:t>
                      </a:r>
                    </a:p>
                    <a:p>
                      <a:pPr marL="0" marR="0" indent="0" algn="just">
                        <a:lnSpc>
                          <a:spcPct val="120000"/>
                        </a:lnSpc>
                        <a:spcBef>
                          <a:spcPts val="0"/>
                        </a:spcBef>
                        <a:spcAft>
                          <a:spcPts val="0"/>
                        </a:spcAft>
                      </a:pPr>
                      <a:r>
                        <a:rPr lang="zh-CN" altLang="en-US" sz="2400" b="1" u="none" kern="2200" dirty="0">
                          <a:solidFill>
                            <a:srgbClr val="00B0F0"/>
                          </a:solidFill>
                          <a:effectLst/>
                          <a:latin typeface="微软雅黑" panose="020B0503020204020204" pitchFamily="34" charset="-122"/>
                          <a:ea typeface="微软雅黑" panose="020B0503020204020204" pitchFamily="34" charset="-122"/>
                          <a:cs typeface="+mn-cs"/>
                        </a:rPr>
                        <a:t>字符串：</a:t>
                      </a:r>
                      <a:r>
                        <a:rPr lang="zh-CN" altLang="en-US" sz="2400" b="1" u="none" kern="2200" dirty="0">
                          <a:effectLst/>
                          <a:latin typeface="微软雅黑" panose="020B0503020204020204" pitchFamily="34" charset="-122"/>
                          <a:ea typeface="微软雅黑" panose="020B0503020204020204" pitchFamily="34" charset="-122"/>
                        </a:rPr>
                        <a:t>哈希、</a:t>
                      </a:r>
                      <a:r>
                        <a:rPr lang="en-US" altLang="zh-CN" sz="2400" b="1" u="none" kern="2200" dirty="0" err="1">
                          <a:effectLst/>
                          <a:latin typeface="微软雅黑" panose="020B0503020204020204" pitchFamily="34" charset="-122"/>
                          <a:ea typeface="微软雅黑" panose="020B0503020204020204" pitchFamily="34" charset="-122"/>
                        </a:rPr>
                        <a:t>kmp</a:t>
                      </a:r>
                      <a:r>
                        <a:rPr lang="zh-CN" altLang="en-US" sz="2400" b="1" u="none" kern="2200" dirty="0">
                          <a:effectLst/>
                          <a:latin typeface="微软雅黑" panose="020B0503020204020204" pitchFamily="34" charset="-122"/>
                          <a:ea typeface="微软雅黑" panose="020B0503020204020204" pitchFamily="34" charset="-122"/>
                        </a:rPr>
                        <a:t>、</a:t>
                      </a:r>
                      <a:r>
                        <a:rPr lang="en-US" altLang="zh-CN" sz="2400" b="1" u="none" kern="2200" dirty="0" err="1">
                          <a:effectLst/>
                          <a:latin typeface="微软雅黑" panose="020B0503020204020204" pitchFamily="34" charset="-122"/>
                          <a:ea typeface="微软雅黑" panose="020B0503020204020204" pitchFamily="34" charset="-122"/>
                        </a:rPr>
                        <a:t>manacher</a:t>
                      </a:r>
                      <a:endParaRPr lang="zh-CN" altLang="en-US" sz="2400" b="1" u="none" kern="2200" dirty="0">
                        <a:effectLst/>
                        <a:latin typeface="微软雅黑" panose="020B0503020204020204" pitchFamily="34" charset="-122"/>
                        <a:ea typeface="微软雅黑" panose="020B0503020204020204" pitchFamily="34" charset="-122"/>
                      </a:endParaRPr>
                    </a:p>
                    <a:p>
                      <a:pPr marL="0" marR="0" indent="0" algn="just">
                        <a:lnSpc>
                          <a:spcPct val="120000"/>
                        </a:lnSpc>
                        <a:spcBef>
                          <a:spcPts val="0"/>
                        </a:spcBef>
                        <a:spcAft>
                          <a:spcPts val="0"/>
                        </a:spcAft>
                      </a:pPr>
                      <a:r>
                        <a:rPr lang="zh-CN" altLang="en-US" sz="2400" b="1" u="none" kern="2200" dirty="0">
                          <a:solidFill>
                            <a:srgbClr val="00B0F0"/>
                          </a:solidFill>
                          <a:effectLst/>
                          <a:latin typeface="微软雅黑" panose="020B0503020204020204" pitchFamily="34" charset="-122"/>
                          <a:ea typeface="微软雅黑" panose="020B0503020204020204" pitchFamily="34" charset="-122"/>
                          <a:cs typeface="+mn-cs"/>
                        </a:rPr>
                        <a:t>图论：</a:t>
                      </a:r>
                      <a:r>
                        <a:rPr lang="zh-CN" altLang="en-US" sz="2400" b="1" u="none" kern="2200" dirty="0">
                          <a:effectLst/>
                          <a:latin typeface="微软雅黑" panose="020B0503020204020204" pitchFamily="34" charset="-122"/>
                          <a:ea typeface="微软雅黑" panose="020B0503020204020204" pitchFamily="34" charset="-122"/>
                        </a:rPr>
                        <a:t>欧拉回路、最小生成树、单源最短路及差分约束系统、拓扑排序、二分图匹配、图的连通性问题（割点、桥、强连通分量）、</a:t>
                      </a:r>
                      <a:r>
                        <a:rPr lang="en-US" altLang="zh-CN" sz="2400" b="1" u="none" kern="2200" dirty="0">
                          <a:effectLst/>
                          <a:latin typeface="微软雅黑" panose="020B0503020204020204" pitchFamily="34" charset="-122"/>
                          <a:ea typeface="微软雅黑" panose="020B0503020204020204" pitchFamily="34" charset="-122"/>
                        </a:rPr>
                        <a:t>DFS</a:t>
                      </a:r>
                      <a:r>
                        <a:rPr lang="zh-CN" altLang="en-US" sz="2400" b="1" u="none" kern="2200" dirty="0">
                          <a:effectLst/>
                          <a:latin typeface="微软雅黑" panose="020B0503020204020204" pitchFamily="34" charset="-122"/>
                          <a:ea typeface="微软雅黑" panose="020B0503020204020204" pitchFamily="34" charset="-122"/>
                        </a:rPr>
                        <a:t>序、最近共同祖先</a:t>
                      </a:r>
                    </a:p>
                    <a:p>
                      <a:pPr marL="0" marR="0" indent="0" algn="just">
                        <a:lnSpc>
                          <a:spcPct val="120000"/>
                        </a:lnSpc>
                        <a:spcBef>
                          <a:spcPts val="0"/>
                        </a:spcBef>
                        <a:spcAft>
                          <a:spcPts val="0"/>
                        </a:spcAft>
                      </a:pPr>
                      <a:r>
                        <a:rPr lang="zh-CN" altLang="en-US" sz="2400" b="1" u="none" kern="2200" dirty="0">
                          <a:solidFill>
                            <a:srgbClr val="00B0F0"/>
                          </a:solidFill>
                          <a:effectLst/>
                          <a:latin typeface="微软雅黑" panose="020B0503020204020204" pitchFamily="34" charset="-122"/>
                          <a:ea typeface="微软雅黑" panose="020B0503020204020204" pitchFamily="34" charset="-122"/>
                          <a:cs typeface="+mn-cs"/>
                        </a:rPr>
                        <a:t>数学：</a:t>
                      </a:r>
                      <a:r>
                        <a:rPr lang="zh-CN" altLang="en-US" sz="2400" b="1" u="none" kern="2200" dirty="0">
                          <a:effectLst/>
                          <a:latin typeface="微软雅黑" panose="020B0503020204020204" pitchFamily="34" charset="-122"/>
                          <a:ea typeface="微软雅黑" panose="020B0503020204020204" pitchFamily="34" charset="-122"/>
                        </a:rPr>
                        <a:t>排列组合、二项式定理、容斥原理、模意义下的逆元、矩阵运算、高斯消元</a:t>
                      </a:r>
                    </a:p>
                    <a:p>
                      <a:pPr marL="0" marR="0" indent="0" algn="just">
                        <a:lnSpc>
                          <a:spcPct val="120000"/>
                        </a:lnSpc>
                        <a:spcBef>
                          <a:spcPts val="0"/>
                        </a:spcBef>
                        <a:spcAft>
                          <a:spcPts val="0"/>
                        </a:spcAft>
                      </a:pPr>
                      <a:r>
                        <a:rPr lang="zh-CN" altLang="en-US" sz="2400" b="1" u="none" kern="2200" dirty="0">
                          <a:solidFill>
                            <a:srgbClr val="00B0F0"/>
                          </a:solidFill>
                          <a:effectLst/>
                          <a:latin typeface="微软雅黑" panose="020B0503020204020204" pitchFamily="34" charset="-122"/>
                          <a:ea typeface="微软雅黑" panose="020B0503020204020204" pitchFamily="34" charset="-122"/>
                          <a:cs typeface="+mn-cs"/>
                        </a:rPr>
                        <a:t>数据结构：</a:t>
                      </a:r>
                      <a:r>
                        <a:rPr lang="en-US" altLang="zh-CN" sz="2400" b="1" u="none" kern="2200" dirty="0">
                          <a:effectLst/>
                          <a:latin typeface="微软雅黑" panose="020B0503020204020204" pitchFamily="34" charset="-122"/>
                          <a:ea typeface="微软雅黑" panose="020B0503020204020204" pitchFamily="34" charset="-122"/>
                        </a:rPr>
                        <a:t>ST</a:t>
                      </a:r>
                      <a:r>
                        <a:rPr lang="zh-CN" altLang="en-US" sz="2400" b="1" u="none" kern="2200" dirty="0">
                          <a:effectLst/>
                          <a:latin typeface="微软雅黑" panose="020B0503020204020204" pitchFamily="34" charset="-122"/>
                          <a:ea typeface="微软雅黑" panose="020B0503020204020204" pitchFamily="34" charset="-122"/>
                        </a:rPr>
                        <a:t>表、堆、树状数组、线段树、</a:t>
                      </a:r>
                      <a:r>
                        <a:rPr lang="en-US" altLang="zh-CN" sz="2400" b="1" u="none" kern="2200" dirty="0" err="1">
                          <a:effectLst/>
                          <a:latin typeface="微软雅黑" panose="020B0503020204020204" pitchFamily="34" charset="-122"/>
                          <a:ea typeface="微软雅黑" panose="020B0503020204020204" pitchFamily="34" charset="-122"/>
                        </a:rPr>
                        <a:t>Trie</a:t>
                      </a:r>
                      <a:r>
                        <a:rPr lang="zh-CN" altLang="en-US" sz="2400" b="1" u="none" kern="2200" dirty="0">
                          <a:effectLst/>
                          <a:latin typeface="微软雅黑" panose="020B0503020204020204" pitchFamily="34" charset="-122"/>
                          <a:ea typeface="微软雅黑" panose="020B0503020204020204" pitchFamily="34" charset="-122"/>
                        </a:rPr>
                        <a:t>树、并查集、平衡树</a:t>
                      </a:r>
                      <a:endParaRPr lang="en-US" altLang="zh-CN" sz="2400" b="1" u="none" kern="2200" dirty="0">
                        <a:effectLst/>
                        <a:latin typeface="微软雅黑" panose="020B0503020204020204" pitchFamily="34" charset="-122"/>
                        <a:ea typeface="微软雅黑" panose="020B0503020204020204" pitchFamily="34" charset="-122"/>
                      </a:endParaRPr>
                    </a:p>
                    <a:p>
                      <a:pPr marL="0" marR="0" indent="0" algn="just">
                        <a:lnSpc>
                          <a:spcPct val="120000"/>
                        </a:lnSpc>
                        <a:spcBef>
                          <a:spcPts val="0"/>
                        </a:spcBef>
                        <a:spcAft>
                          <a:spcPts val="0"/>
                        </a:spcAft>
                      </a:pPr>
                      <a:r>
                        <a:rPr lang="zh-CN" altLang="en-US" sz="2400" b="1" u="none" kern="2200" dirty="0">
                          <a:solidFill>
                            <a:srgbClr val="00B0F0"/>
                          </a:solidFill>
                          <a:effectLst/>
                          <a:latin typeface="微软雅黑" panose="020B0503020204020204" pitchFamily="34" charset="-122"/>
                          <a:ea typeface="微软雅黑" panose="020B0503020204020204" pitchFamily="34" charset="-122"/>
                          <a:cs typeface="+mn-cs"/>
                        </a:rPr>
                        <a:t>计算几何</a:t>
                      </a:r>
                      <a:r>
                        <a:rPr lang="zh-CN" altLang="en-US" sz="2400" b="1" u="none" kern="2200" dirty="0">
                          <a:effectLst/>
                          <a:latin typeface="微软雅黑" panose="020B0503020204020204" pitchFamily="34" charset="-122"/>
                          <a:ea typeface="微软雅黑" panose="020B0503020204020204" pitchFamily="34" charset="-122"/>
                        </a:rPr>
                        <a:t>（基础计算和基本位置关系判定）；</a:t>
                      </a:r>
                      <a:r>
                        <a:rPr lang="zh-CN" altLang="en-US" sz="2400" b="1" u="none" kern="2200" dirty="0">
                          <a:solidFill>
                            <a:srgbClr val="00B0F0"/>
                          </a:solidFill>
                          <a:effectLst/>
                          <a:latin typeface="微软雅黑" panose="020B0503020204020204" pitchFamily="34" charset="-122"/>
                          <a:ea typeface="微软雅黑" panose="020B0503020204020204" pitchFamily="34" charset="-122"/>
                        </a:rPr>
                        <a:t>概率论；博弈论</a:t>
                      </a:r>
                    </a:p>
                  </a:txBody>
                  <a:tcPr marL="68580" marR="68580"/>
                </a:tc>
                <a:extLst>
                  <a:ext uri="{0D108BD9-81ED-4DB2-BD59-A6C34878D82A}">
                    <a16:rowId xmlns:a16="http://schemas.microsoft.com/office/drawing/2014/main" val="2801385896"/>
                  </a:ext>
                </a:extLst>
              </a:tr>
            </a:tbl>
          </a:graphicData>
        </a:graphic>
      </p:graphicFrame>
    </p:spTree>
    <p:extLst>
      <p:ext uri="{BB962C8B-B14F-4D97-AF65-F5344CB8AC3E}">
        <p14:creationId xmlns:p14="http://schemas.microsoft.com/office/powerpoint/2010/main" val="3861700240"/>
      </p:ext>
    </p:extLst>
  </p:cSld>
  <p:clrMapOvr>
    <a:masterClrMapping/>
  </p:clrMapOvr>
  <mc:AlternateContent xmlns:mc="http://schemas.openxmlformats.org/markup-compatibility/2006" xmlns:p14="http://schemas.microsoft.com/office/powerpoint/2010/main">
    <mc:Choice Requires="p14">
      <p:transition spd="slow" p14:dur="2000" advTm="224551"/>
    </mc:Choice>
    <mc:Fallback xmlns="">
      <p:transition spd="slow" advTm="224551"/>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DDCBB3D8-AE1A-4351-BDEB-2B350E4B0B05}"/>
              </a:ext>
            </a:extLst>
          </p:cNvPr>
          <p:cNvSpPr>
            <a:spLocks noGrp="1"/>
          </p:cNvSpPr>
          <p:nvPr>
            <p:ph type="sldNum" sz="quarter" idx="12"/>
          </p:nvPr>
        </p:nvSpPr>
        <p:spPr/>
        <p:txBody>
          <a:bodyPr vert="horz" lIns="91440" tIns="45720" rIns="91440" bIns="45720" rtlCol="0" anchor="ctr"/>
          <a:lstStyle/>
          <a:p>
            <a:fld id="{217794D7-36C4-4E93-AE7A-0CAF6AF174FC}" type="slidenum">
              <a:rPr lang="zh-CN" altLang="en-US" b="0" smtClean="0">
                <a:solidFill>
                  <a:schemeClr val="tx1"/>
                </a:solidFill>
              </a:rPr>
              <a:pPr/>
              <a:t>35</a:t>
            </a:fld>
            <a:endParaRPr lang="en-US" altLang="zh-CN" b="0" dirty="0">
              <a:solidFill>
                <a:schemeClr val="tx1"/>
              </a:solidFill>
            </a:endParaRPr>
          </a:p>
        </p:txBody>
      </p:sp>
      <p:graphicFrame>
        <p:nvGraphicFramePr>
          <p:cNvPr id="3" name="表格 2"/>
          <p:cNvGraphicFramePr>
            <a:graphicFrameLocks noGrp="1"/>
          </p:cNvGraphicFramePr>
          <p:nvPr/>
        </p:nvGraphicFramePr>
        <p:xfrm>
          <a:off x="1209440" y="1291130"/>
          <a:ext cx="9775865" cy="3318637"/>
        </p:xfrm>
        <a:graphic>
          <a:graphicData uri="http://schemas.openxmlformats.org/drawingml/2006/table">
            <a:tbl>
              <a:tblPr>
                <a:tableStyleId>{5C22544A-7EE6-4342-B048-85BDC9FD1C3A}</a:tableStyleId>
              </a:tblPr>
              <a:tblGrid>
                <a:gridCol w="1492137">
                  <a:extLst>
                    <a:ext uri="{9D8B030D-6E8A-4147-A177-3AD203B41FA5}">
                      <a16:colId xmlns:a16="http://schemas.microsoft.com/office/drawing/2014/main" val="2721553085"/>
                    </a:ext>
                  </a:extLst>
                </a:gridCol>
                <a:gridCol w="8283728">
                  <a:extLst>
                    <a:ext uri="{9D8B030D-6E8A-4147-A177-3AD203B41FA5}">
                      <a16:colId xmlns:a16="http://schemas.microsoft.com/office/drawing/2014/main" val="89890491"/>
                    </a:ext>
                  </a:extLst>
                </a:gridCol>
              </a:tblGrid>
              <a:tr h="1527051">
                <a:tc>
                  <a:txBody>
                    <a:bodyPr/>
                    <a:lstStyle/>
                    <a:p>
                      <a:pPr marL="0" marR="0" indent="0" algn="just">
                        <a:lnSpc>
                          <a:spcPct val="150000"/>
                        </a:lnSpc>
                        <a:spcBef>
                          <a:spcPts val="0"/>
                        </a:spcBef>
                        <a:spcAft>
                          <a:spcPts val="0"/>
                        </a:spcAft>
                      </a:pPr>
                      <a:r>
                        <a:rPr lang="zh-CN" altLang="en-US" sz="2400" b="1" u="none" kern="2200">
                          <a:solidFill>
                            <a:srgbClr val="FF0000"/>
                          </a:solidFill>
                          <a:effectLst/>
                          <a:latin typeface="微软雅黑" panose="020B0503020204020204" pitchFamily="34" charset="-122"/>
                          <a:ea typeface="微软雅黑" panose="020B0503020204020204" pitchFamily="34" charset="-122"/>
                        </a:rPr>
                        <a:t>大学</a:t>
                      </a:r>
                      <a:r>
                        <a:rPr lang="en-US" altLang="zh-CN" sz="2400" b="1" u="none" kern="2200">
                          <a:solidFill>
                            <a:srgbClr val="FF0000"/>
                          </a:solidFill>
                          <a:effectLst/>
                          <a:latin typeface="微软雅黑" panose="020B0503020204020204" pitchFamily="34" charset="-122"/>
                          <a:ea typeface="微软雅黑" panose="020B0503020204020204" pitchFamily="34" charset="-122"/>
                        </a:rPr>
                        <a:t>A</a:t>
                      </a:r>
                      <a:r>
                        <a:rPr lang="zh-CN" altLang="en-US" sz="2400" b="1" u="none" kern="2200">
                          <a:solidFill>
                            <a:srgbClr val="FF0000"/>
                          </a:solidFill>
                          <a:effectLst/>
                          <a:latin typeface="微软雅黑" panose="020B0503020204020204" pitchFamily="34" charset="-122"/>
                          <a:ea typeface="微软雅黑" panose="020B0503020204020204" pitchFamily="34" charset="-122"/>
                        </a:rPr>
                        <a:t>组</a:t>
                      </a:r>
                      <a:endParaRPr lang="zh-CN" altLang="en-US" sz="2400" b="1" u="none" kern="2200" dirty="0">
                        <a:solidFill>
                          <a:srgbClr val="FF0000"/>
                        </a:solidFill>
                        <a:effectLst/>
                        <a:latin typeface="微软雅黑" panose="020B0503020204020204" pitchFamily="34" charset="-122"/>
                        <a:ea typeface="微软雅黑" panose="020B0503020204020204" pitchFamily="34" charset="-122"/>
                      </a:endParaRPr>
                    </a:p>
                  </a:txBody>
                  <a:tcPr marL="68580" marR="68580"/>
                </a:tc>
                <a:tc>
                  <a:txBody>
                    <a:bodyPr/>
                    <a:lstStyle/>
                    <a:p>
                      <a:pPr marL="0" marR="0" indent="0" algn="just">
                        <a:lnSpc>
                          <a:spcPct val="150000"/>
                        </a:lnSpc>
                        <a:spcBef>
                          <a:spcPts val="0"/>
                        </a:spcBef>
                        <a:spcAft>
                          <a:spcPts val="0"/>
                        </a:spcAft>
                      </a:pPr>
                      <a:r>
                        <a:rPr lang="zh-CN" altLang="en-US" sz="2400" b="1" u="none" kern="2200" dirty="0">
                          <a:solidFill>
                            <a:srgbClr val="00B0F0"/>
                          </a:solidFill>
                          <a:effectLst/>
                          <a:latin typeface="微软雅黑" panose="020B0503020204020204" pitchFamily="34" charset="-122"/>
                          <a:ea typeface="微软雅黑" panose="020B0503020204020204" pitchFamily="34" charset="-122"/>
                        </a:rPr>
                        <a:t>字符串</a:t>
                      </a:r>
                      <a:r>
                        <a:rPr lang="zh-CN" altLang="en-US" sz="2400" b="1" u="none" kern="2200" dirty="0">
                          <a:effectLst/>
                          <a:latin typeface="微软雅黑" panose="020B0503020204020204" pitchFamily="34" charset="-122"/>
                          <a:ea typeface="微软雅黑" panose="020B0503020204020204" pitchFamily="34" charset="-122"/>
                        </a:rPr>
                        <a:t>：</a:t>
                      </a:r>
                      <a:r>
                        <a:rPr lang="en-US" altLang="zh-CN" sz="2400" b="1" u="none" kern="2200" dirty="0">
                          <a:effectLst/>
                          <a:latin typeface="微软雅黑" panose="020B0503020204020204" pitchFamily="34" charset="-122"/>
                          <a:ea typeface="微软雅黑" panose="020B0503020204020204" pitchFamily="34" charset="-122"/>
                        </a:rPr>
                        <a:t>AC</a:t>
                      </a:r>
                      <a:r>
                        <a:rPr lang="zh-CN" altLang="en-US" sz="2400" b="1" u="none" kern="2200" dirty="0">
                          <a:effectLst/>
                          <a:latin typeface="微软雅黑" panose="020B0503020204020204" pitchFamily="34" charset="-122"/>
                          <a:ea typeface="微软雅黑" panose="020B0503020204020204" pitchFamily="34" charset="-122"/>
                        </a:rPr>
                        <a:t>自动机、拓展</a:t>
                      </a:r>
                      <a:r>
                        <a:rPr lang="en-US" altLang="zh-CN" sz="2400" b="1" u="none" kern="2200" dirty="0" err="1">
                          <a:effectLst/>
                          <a:latin typeface="微软雅黑" panose="020B0503020204020204" pitchFamily="34" charset="-122"/>
                          <a:ea typeface="微软雅黑" panose="020B0503020204020204" pitchFamily="34" charset="-122"/>
                        </a:rPr>
                        <a:t>kmp</a:t>
                      </a:r>
                      <a:r>
                        <a:rPr lang="zh-CN" altLang="en-US" sz="2400" b="1" u="none" kern="2200" dirty="0">
                          <a:effectLst/>
                          <a:latin typeface="微软雅黑" panose="020B0503020204020204" pitchFamily="34" charset="-122"/>
                          <a:ea typeface="微软雅黑" panose="020B0503020204020204" pitchFamily="34" charset="-122"/>
                        </a:rPr>
                        <a:t>、后缀数组、后缀自动机、回文自动机</a:t>
                      </a:r>
                    </a:p>
                    <a:p>
                      <a:pPr marL="0" marR="0" indent="0" algn="just">
                        <a:lnSpc>
                          <a:spcPct val="150000"/>
                        </a:lnSpc>
                        <a:spcBef>
                          <a:spcPts val="0"/>
                        </a:spcBef>
                        <a:spcAft>
                          <a:spcPts val="0"/>
                        </a:spcAft>
                      </a:pPr>
                      <a:r>
                        <a:rPr lang="zh-CN" altLang="en-US" sz="2400" b="1" u="none" kern="2200" dirty="0">
                          <a:solidFill>
                            <a:srgbClr val="00B0F0"/>
                          </a:solidFill>
                          <a:effectLst/>
                          <a:latin typeface="微软雅黑" panose="020B0503020204020204" pitchFamily="34" charset="-122"/>
                          <a:ea typeface="微软雅黑" panose="020B0503020204020204" pitchFamily="34" charset="-122"/>
                          <a:cs typeface="+mn-cs"/>
                        </a:rPr>
                        <a:t>图论</a:t>
                      </a:r>
                      <a:r>
                        <a:rPr lang="zh-CN" altLang="en-US" sz="2400" b="1" u="none" kern="2200" dirty="0">
                          <a:effectLst/>
                          <a:latin typeface="微软雅黑" panose="020B0503020204020204" pitchFamily="34" charset="-122"/>
                          <a:ea typeface="微软雅黑" panose="020B0503020204020204" pitchFamily="34" charset="-122"/>
                        </a:rPr>
                        <a:t>：网络流、一般图匹配</a:t>
                      </a:r>
                    </a:p>
                    <a:p>
                      <a:pPr marL="0" marR="0" indent="0" algn="just">
                        <a:lnSpc>
                          <a:spcPct val="150000"/>
                        </a:lnSpc>
                        <a:spcBef>
                          <a:spcPts val="0"/>
                        </a:spcBef>
                        <a:spcAft>
                          <a:spcPts val="0"/>
                        </a:spcAft>
                      </a:pPr>
                      <a:r>
                        <a:rPr lang="zh-CN" altLang="en-US" sz="2400" b="1" u="none" kern="2200" dirty="0">
                          <a:solidFill>
                            <a:srgbClr val="00B0F0"/>
                          </a:solidFill>
                          <a:effectLst/>
                          <a:latin typeface="微软雅黑" panose="020B0503020204020204" pitchFamily="34" charset="-122"/>
                          <a:ea typeface="微软雅黑" panose="020B0503020204020204" pitchFamily="34" charset="-122"/>
                          <a:cs typeface="+mn-cs"/>
                        </a:rPr>
                        <a:t>数学</a:t>
                      </a:r>
                      <a:r>
                        <a:rPr lang="zh-CN" altLang="en-US" sz="2400" b="1" u="none" kern="2200" dirty="0">
                          <a:effectLst/>
                          <a:latin typeface="微软雅黑" panose="020B0503020204020204" pitchFamily="34" charset="-122"/>
                          <a:ea typeface="微软雅黑" panose="020B0503020204020204" pitchFamily="34" charset="-122"/>
                        </a:rPr>
                        <a:t>：生成函数、莫比乌斯反演、快速傅里叶变换</a:t>
                      </a:r>
                    </a:p>
                    <a:p>
                      <a:pPr marL="0" marR="0" indent="0" algn="just">
                        <a:lnSpc>
                          <a:spcPct val="150000"/>
                        </a:lnSpc>
                        <a:spcBef>
                          <a:spcPts val="0"/>
                        </a:spcBef>
                        <a:spcAft>
                          <a:spcPts val="0"/>
                        </a:spcAft>
                      </a:pPr>
                      <a:r>
                        <a:rPr lang="zh-CN" altLang="en-US" sz="2400" b="1" u="none" kern="2200" dirty="0">
                          <a:solidFill>
                            <a:srgbClr val="00B0F0"/>
                          </a:solidFill>
                          <a:effectLst/>
                          <a:latin typeface="微软雅黑" panose="020B0503020204020204" pitchFamily="34" charset="-122"/>
                          <a:ea typeface="微软雅黑" panose="020B0503020204020204" pitchFamily="34" charset="-122"/>
                          <a:cs typeface="+mn-cs"/>
                        </a:rPr>
                        <a:t>数据结构</a:t>
                      </a:r>
                      <a:r>
                        <a:rPr lang="zh-CN" altLang="en-US" sz="2400" b="1" u="none" kern="2200" dirty="0">
                          <a:effectLst/>
                          <a:latin typeface="微软雅黑" panose="020B0503020204020204" pitchFamily="34" charset="-122"/>
                          <a:ea typeface="微软雅黑" panose="020B0503020204020204" pitchFamily="34" charset="-122"/>
                        </a:rPr>
                        <a:t>：树链剖分、二维</a:t>
                      </a:r>
                      <a:r>
                        <a:rPr lang="en-US" altLang="zh-CN" sz="2400" b="1" u="none" kern="2200" dirty="0">
                          <a:effectLst/>
                          <a:latin typeface="微软雅黑" panose="020B0503020204020204" pitchFamily="34" charset="-122"/>
                          <a:ea typeface="微软雅黑" panose="020B0503020204020204" pitchFamily="34" charset="-122"/>
                        </a:rPr>
                        <a:t>/</a:t>
                      </a:r>
                      <a:r>
                        <a:rPr lang="zh-CN" altLang="en-US" sz="2400" b="1" u="none" kern="2200" dirty="0">
                          <a:effectLst/>
                          <a:latin typeface="微软雅黑" panose="020B0503020204020204" pitchFamily="34" charset="-122"/>
                          <a:ea typeface="微软雅黑" panose="020B0503020204020204" pitchFamily="34" charset="-122"/>
                        </a:rPr>
                        <a:t>动态开点线段树、平衡树、可持久化数据结构、树套树、动态树</a:t>
                      </a:r>
                    </a:p>
                  </a:txBody>
                  <a:tcPr marL="68580" marR="68580"/>
                </a:tc>
                <a:extLst>
                  <a:ext uri="{0D108BD9-81ED-4DB2-BD59-A6C34878D82A}">
                    <a16:rowId xmlns:a16="http://schemas.microsoft.com/office/drawing/2014/main" val="2801385896"/>
                  </a:ext>
                </a:extLst>
              </a:tr>
            </a:tbl>
          </a:graphicData>
        </a:graphic>
      </p:graphicFrame>
    </p:spTree>
    <p:extLst>
      <p:ext uri="{BB962C8B-B14F-4D97-AF65-F5344CB8AC3E}">
        <p14:creationId xmlns:p14="http://schemas.microsoft.com/office/powerpoint/2010/main" val="1842424666"/>
      </p:ext>
    </p:extLst>
  </p:cSld>
  <p:clrMapOvr>
    <a:masterClrMapping/>
  </p:clrMapOvr>
  <mc:AlternateContent xmlns:mc="http://schemas.openxmlformats.org/markup-compatibility/2006" xmlns:p14="http://schemas.microsoft.com/office/powerpoint/2010/main">
    <mc:Choice Requires="p14">
      <p:transition spd="slow" p14:dur="2000" advTm="45663"/>
    </mc:Choice>
    <mc:Fallback xmlns="">
      <p:transition spd="slow" advTm="45663"/>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Rectangle 2"/>
          <p:cNvSpPr txBox="1">
            <a:spLocks noChangeArrowheads="1"/>
          </p:cNvSpPr>
          <p:nvPr/>
        </p:nvSpPr>
        <p:spPr>
          <a:xfrm>
            <a:off x="681165" y="97063"/>
            <a:ext cx="10454100" cy="886502"/>
          </a:xfrm>
          <a:prstGeom prst="rect">
            <a:avLst/>
          </a:prstGeom>
          <a:noFill/>
          <a:ln w="9525">
            <a:noFill/>
            <a:miter lim="800000"/>
          </a:ln>
        </p:spPr>
        <p:txBody>
          <a:bodyPr vert="horz" wrap="square" lIns="91440" tIns="45720" rIns="91440" bIns="45720" numCol="1" anchor="b" anchorCtr="0" compatLnSpc="1"/>
          <a:lstStyle>
            <a:defPPr>
              <a:defRPr lang="en-US"/>
            </a:defPPr>
            <a:lvl1pPr algn="ctr" eaLnBrk="0" hangingPunct="0">
              <a:defRPr sz="5000">
                <a:solidFill>
                  <a:srgbClr val="CC0000"/>
                </a:solidFill>
                <a:effectLst>
                  <a:outerShdw blurRad="38100" dist="38100" dir="2700000" algn="tl">
                    <a:srgbClr val="000000">
                      <a:alpha val="43137"/>
                    </a:srgbClr>
                  </a:outerShdw>
                </a:effectLst>
                <a:latin typeface="+mn-lt"/>
                <a:ea typeface="+mj-ea"/>
                <a:cs typeface="+mj-cs"/>
              </a:defRPr>
            </a:lvl1pPr>
            <a:lvl2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2pPr>
            <a:lvl3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3pPr>
            <a:lvl4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4pPr>
            <a:lvl5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5pPr>
            <a:lvl6pPr marL="4572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6pPr>
            <a:lvl7pPr marL="9144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7pPr>
            <a:lvl8pPr marL="13716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8pPr>
            <a:lvl9pPr marL="18288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9pPr>
          </a:lstStyle>
          <a:p>
            <a:pPr algn="l"/>
            <a:r>
              <a:rPr lang="zh-CN" altLang="en-US" sz="4000" dirty="0">
                <a:solidFill>
                  <a:srgbClr val="C00000"/>
                </a:solidFill>
                <a:effectLst/>
                <a:latin typeface="微软雅黑" panose="020B0503020204020204" pitchFamily="34" charset="-122"/>
                <a:ea typeface="微软雅黑" panose="020B0503020204020204" pitchFamily="34" charset="-122"/>
              </a:rPr>
              <a:t>杂题</a:t>
            </a:r>
          </a:p>
        </p:txBody>
      </p:sp>
      <p:sp>
        <p:nvSpPr>
          <p:cNvPr id="2" name="灯片编号占位符 1"/>
          <p:cNvSpPr>
            <a:spLocks noGrp="1"/>
          </p:cNvSpPr>
          <p:nvPr>
            <p:ph type="sldNum" sz="quarter" idx="12"/>
          </p:nvPr>
        </p:nvSpPr>
        <p:spPr/>
        <p:txBody>
          <a:bodyPr vert="horz" lIns="91440" tIns="45720" rIns="91440" bIns="45720" rtlCol="0" anchor="ctr"/>
          <a:lstStyle/>
          <a:p>
            <a:fld id="{217794D7-36C4-4E93-AE7A-0CAF6AF174FC}" type="slidenum">
              <a:rPr lang="zh-CN" altLang="en-US" b="0" smtClean="0">
                <a:solidFill>
                  <a:schemeClr val="tx1"/>
                </a:solidFill>
              </a:rPr>
              <a:t>36</a:t>
            </a:fld>
            <a:endParaRPr lang="en-US" altLang="zh-CN" b="0" dirty="0">
              <a:solidFill>
                <a:schemeClr val="tx1"/>
              </a:solidFill>
            </a:endParaRPr>
          </a:p>
        </p:txBody>
      </p:sp>
      <p:sp>
        <p:nvSpPr>
          <p:cNvPr id="21" name="内容占位符 2"/>
          <p:cNvSpPr txBox="1"/>
          <p:nvPr/>
        </p:nvSpPr>
        <p:spPr>
          <a:xfrm>
            <a:off x="903605" y="1138555"/>
            <a:ext cx="10836990" cy="4886430"/>
          </a:xfrm>
          <a:prstGeom prst="rect">
            <a:avLst/>
          </a:prstGeom>
        </p:spPr>
        <p:txBody>
          <a:bodyPr>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lnSpc>
                <a:spcPct val="140000"/>
              </a:lnSpc>
              <a:spcAft>
                <a:spcPts val="0"/>
              </a:spcAft>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杂题：不能归类为某个</a:t>
            </a:r>
            <a:r>
              <a:rPr lang="zh-CN" altLang="en-US" sz="2400" dirty="0">
                <a:solidFill>
                  <a:srgbClr val="FF0000"/>
                </a:solidFill>
                <a:latin typeface="微软雅黑" panose="020B0503020204020204" pitchFamily="34" charset="-122"/>
                <a:ea typeface="微软雅黑" panose="020B0503020204020204" pitchFamily="34" charset="-122"/>
              </a:rPr>
              <a:t>经典</a:t>
            </a:r>
            <a:r>
              <a:rPr lang="zh-CN" altLang="en-US" sz="2400" dirty="0">
                <a:latin typeface="微软雅黑" panose="020B0503020204020204" pitchFamily="34" charset="-122"/>
                <a:ea typeface="微软雅黑" panose="020B0503020204020204" pitchFamily="34" charset="-122"/>
              </a:rPr>
              <a:t>算法或数据结构的题目。</a:t>
            </a:r>
            <a:endParaRPr lang="en-US" altLang="zh-CN" sz="2400" dirty="0">
              <a:latin typeface="微软雅黑" panose="020B0503020204020204" pitchFamily="34" charset="-122"/>
              <a:ea typeface="微软雅黑" panose="020B0503020204020204" pitchFamily="34" charset="-122"/>
            </a:endParaRPr>
          </a:p>
          <a:p>
            <a:pPr fontAlgn="auto">
              <a:lnSpc>
                <a:spcPct val="140000"/>
              </a:lnSpc>
              <a:spcAft>
                <a:spcPts val="0"/>
              </a:spcAft>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杂题的代码也是有算法的，只是很难归类。</a:t>
            </a:r>
            <a:endParaRPr lang="en-US" altLang="zh-CN" sz="2400" dirty="0">
              <a:latin typeface="微软雅黑" panose="020B0503020204020204" pitchFamily="34" charset="-122"/>
              <a:ea typeface="微软雅黑" panose="020B0503020204020204" pitchFamily="34" charset="-122"/>
            </a:endParaRPr>
          </a:p>
          <a:p>
            <a:pPr fontAlgn="auto">
              <a:lnSpc>
                <a:spcPct val="140000"/>
              </a:lnSpc>
              <a:spcAft>
                <a:spcPts val="0"/>
              </a:spcAft>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杂题的求解不能或不需要套用现成的算法和数据结构，理论上只要学过编程语言就能做，考核思维、逻辑、编码能力。</a:t>
            </a:r>
            <a:endParaRPr lang="en-US" altLang="zh-CN" sz="2400" dirty="0">
              <a:latin typeface="微软雅黑" panose="020B0503020204020204" pitchFamily="34" charset="-122"/>
              <a:ea typeface="微软雅黑" panose="020B0503020204020204" pitchFamily="34" charset="-122"/>
            </a:endParaRPr>
          </a:p>
          <a:p>
            <a:pPr fontAlgn="auto">
              <a:lnSpc>
                <a:spcPct val="140000"/>
              </a:lnSpc>
              <a:spcAft>
                <a:spcPts val="0"/>
              </a:spcAft>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杂题：模拟、构造、思维、找规律</a:t>
            </a:r>
          </a:p>
          <a:p>
            <a:pPr marL="0" indent="0" fontAlgn="auto">
              <a:lnSpc>
                <a:spcPct val="140000"/>
              </a:lnSpc>
              <a:spcAft>
                <a:spcPts val="0"/>
              </a:spcAft>
              <a:buNone/>
            </a:pPr>
            <a:endParaRPr lang="en-US" altLang="zh-CN" sz="2400" dirty="0">
              <a:latin typeface="微软雅黑" panose="020B0503020204020204" pitchFamily="34" charset="-122"/>
              <a:ea typeface="微软雅黑" panose="020B0503020204020204" pitchFamily="34" charset="-122"/>
            </a:endParaRPr>
          </a:p>
          <a:p>
            <a:pPr fontAlgn="auto">
              <a:lnSpc>
                <a:spcPct val="140000"/>
              </a:lnSpc>
              <a:spcAft>
                <a:spcPts val="0"/>
              </a:spcAft>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纯粹的杂题，不需要用什么算法。尽量得满分。</a:t>
            </a:r>
          </a:p>
          <a:p>
            <a:pPr fontAlgn="auto">
              <a:lnSpc>
                <a:spcPct val="140000"/>
              </a:lnSpc>
              <a:spcAft>
                <a:spcPts val="0"/>
              </a:spcAft>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很多题的</a:t>
            </a:r>
            <a:r>
              <a:rPr lang="en-US" altLang="zh-CN" sz="2400" dirty="0">
                <a:latin typeface="微软雅黑" panose="020B0503020204020204" pitchFamily="34" charset="-122"/>
                <a:ea typeface="微软雅黑" panose="020B0503020204020204" pitchFamily="34" charset="-122"/>
              </a:rPr>
              <a:t>100%</a:t>
            </a:r>
            <a:r>
              <a:rPr lang="zh-CN" altLang="en-US" sz="2400" dirty="0">
                <a:latin typeface="微软雅黑" panose="020B0503020204020204" pitchFamily="34" charset="-122"/>
                <a:ea typeface="微软雅黑" panose="020B0503020204020204" pitchFamily="34" charset="-122"/>
              </a:rPr>
              <a:t>得分需要算法，</a:t>
            </a:r>
            <a:r>
              <a:rPr lang="en-US" altLang="zh-CN" sz="2400" dirty="0">
                <a:latin typeface="微软雅黑" panose="020B0503020204020204" pitchFamily="34" charset="-122"/>
                <a:ea typeface="微软雅黑" panose="020B0503020204020204" pitchFamily="34" charset="-122"/>
              </a:rPr>
              <a:t>30%</a:t>
            </a:r>
            <a:r>
              <a:rPr lang="zh-CN" altLang="en-US" sz="2400" dirty="0">
                <a:latin typeface="微软雅黑" panose="020B0503020204020204" pitchFamily="34" charset="-122"/>
                <a:ea typeface="微软雅黑" panose="020B0503020204020204" pitchFamily="34" charset="-122"/>
              </a:rPr>
              <a:t>得分可以用杂题的做法来做。</a:t>
            </a:r>
            <a:endParaRPr lang="en-US" altLang="zh-CN" sz="2400" dirty="0">
              <a:latin typeface="微软雅黑" panose="020B0503020204020204" pitchFamily="34" charset="-122"/>
              <a:ea typeface="微软雅黑" panose="020B0503020204020204" pitchFamily="34" charset="-122"/>
            </a:endParaRPr>
          </a:p>
          <a:p>
            <a:pPr fontAlgn="auto">
              <a:lnSpc>
                <a:spcPct val="140000"/>
              </a:lnSpc>
              <a:spcAft>
                <a:spcPts val="0"/>
              </a:spcAft>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由于蓝桥杯只有</a:t>
            </a:r>
            <a:r>
              <a:rPr lang="en-US" altLang="zh-CN" sz="2400" dirty="0">
                <a:latin typeface="微软雅黑" panose="020B0503020204020204" pitchFamily="34" charset="-122"/>
                <a:ea typeface="微软雅黑" panose="020B0503020204020204" pitchFamily="34" charset="-122"/>
              </a:rPr>
              <a:t>4</a:t>
            </a:r>
            <a:r>
              <a:rPr lang="zh-CN" altLang="en-US" sz="2400" dirty="0">
                <a:latin typeface="微软雅黑" panose="020B0503020204020204" pitchFamily="34" charset="-122"/>
                <a:ea typeface="微软雅黑" panose="020B0503020204020204" pitchFamily="34" charset="-122"/>
              </a:rPr>
              <a:t>小时比赛时间，往往来不及得到</a:t>
            </a:r>
            <a:r>
              <a:rPr lang="en-US" altLang="zh-CN" sz="2400" dirty="0">
                <a:latin typeface="微软雅黑" panose="020B0503020204020204" pitchFamily="34" charset="-122"/>
                <a:ea typeface="微软雅黑" panose="020B0503020204020204" pitchFamily="34" charset="-122"/>
              </a:rPr>
              <a:t>100%</a:t>
            </a:r>
            <a:r>
              <a:rPr lang="zh-CN" altLang="en-US" sz="2400" dirty="0">
                <a:latin typeface="微软雅黑" panose="020B0503020204020204" pitchFamily="34" charset="-122"/>
                <a:ea typeface="微软雅黑" panose="020B0503020204020204" pitchFamily="34" charset="-122"/>
              </a:rPr>
              <a:t>的分数，此时可以用简单的方法得</a:t>
            </a:r>
            <a:r>
              <a:rPr lang="en-US" altLang="zh-CN" sz="2400" dirty="0">
                <a:latin typeface="微软雅黑" panose="020B0503020204020204" pitchFamily="34" charset="-122"/>
                <a:ea typeface="微软雅黑" panose="020B0503020204020204" pitchFamily="34" charset="-122"/>
              </a:rPr>
              <a:t>30%</a:t>
            </a:r>
            <a:r>
              <a:rPr lang="zh-CN" altLang="en-US" sz="2400" dirty="0">
                <a:latin typeface="微软雅黑" panose="020B0503020204020204" pitchFamily="34" charset="-122"/>
                <a:ea typeface="微软雅黑" panose="020B0503020204020204" pitchFamily="34" charset="-122"/>
              </a:rPr>
              <a:t>的分数。</a:t>
            </a:r>
          </a:p>
          <a:p>
            <a:pPr marL="0" indent="0" fontAlgn="auto">
              <a:lnSpc>
                <a:spcPct val="140000"/>
              </a:lnSpc>
              <a:spcAft>
                <a:spcPts val="0"/>
              </a:spcAft>
              <a:buNone/>
            </a:pPr>
            <a:endParaRPr lang="en-US" altLang="zh-CN" sz="2400" dirty="0">
              <a:latin typeface="微软雅黑" panose="020B0503020204020204" pitchFamily="34" charset="-122"/>
              <a:ea typeface="微软雅黑" panose="020B0503020204020204" pitchFamily="34" charset="-122"/>
            </a:endParaRPr>
          </a:p>
          <a:p>
            <a:pPr marL="0" indent="0" fontAlgn="auto">
              <a:lnSpc>
                <a:spcPct val="140000"/>
              </a:lnSpc>
              <a:spcAft>
                <a:spcPts val="0"/>
              </a:spcAft>
              <a:buNone/>
            </a:pPr>
            <a:endParaRPr lang="zh-CN" altLang="en-US" sz="2400" dirty="0">
              <a:solidFill>
                <a:srgbClr val="0070C0"/>
              </a:solidFill>
              <a:latin typeface="微软雅黑" panose="020B0503020204020204" pitchFamily="34" charset="-122"/>
              <a:ea typeface="微软雅黑" panose="020B0503020204020204" pitchFamily="34" charset="-122"/>
            </a:endParaRPr>
          </a:p>
          <a:p>
            <a:pPr marL="0" indent="0" fontAlgn="auto">
              <a:lnSpc>
                <a:spcPct val="140000"/>
              </a:lnSpc>
              <a:spcAft>
                <a:spcPts val="0"/>
              </a:spcAft>
              <a:buNone/>
            </a:pPr>
            <a:endParaRPr lang="zh-CN" altLang="en-US" sz="2400" dirty="0">
              <a:solidFill>
                <a:srgbClr val="0070C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276805062"/>
      </p:ext>
    </p:extLst>
  </p:cSld>
  <p:clrMapOvr>
    <a:masterClrMapping/>
  </p:clrMapOvr>
  <mc:AlternateContent xmlns:mc="http://schemas.openxmlformats.org/markup-compatibility/2006" xmlns:p14="http://schemas.microsoft.com/office/powerpoint/2010/main">
    <mc:Choice Requires="p14">
      <p:transition spd="slow" p14:dur="2000" advTm="34072"/>
    </mc:Choice>
    <mc:Fallback xmlns="">
      <p:transition spd="slow" advTm="34072"/>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546562-76DF-04A4-8E62-BFAF7ED5338D}"/>
            </a:ext>
          </a:extLst>
        </p:cNvPr>
        <p:cNvGrpSpPr/>
        <p:nvPr/>
      </p:nvGrpSpPr>
      <p:grpSpPr>
        <a:xfrm>
          <a:off x="0" y="0"/>
          <a:ext cx="0" cy="0"/>
          <a:chOff x="0" y="0"/>
          <a:chExt cx="0" cy="0"/>
        </a:xfrm>
      </p:grpSpPr>
      <p:sp>
        <p:nvSpPr>
          <p:cNvPr id="57" name="Rectangle 2">
            <a:extLst>
              <a:ext uri="{FF2B5EF4-FFF2-40B4-BE49-F238E27FC236}">
                <a16:creationId xmlns:a16="http://schemas.microsoft.com/office/drawing/2014/main" id="{5E803A6A-B294-C88A-50F7-B2A2746A5B07}"/>
              </a:ext>
            </a:extLst>
          </p:cNvPr>
          <p:cNvSpPr txBox="1">
            <a:spLocks noChangeArrowheads="1"/>
          </p:cNvSpPr>
          <p:nvPr/>
        </p:nvSpPr>
        <p:spPr>
          <a:xfrm>
            <a:off x="540282" y="109934"/>
            <a:ext cx="11147464" cy="583857"/>
          </a:xfrm>
          <a:prstGeom prst="rect">
            <a:avLst/>
          </a:prstGeom>
          <a:noFill/>
          <a:ln w="9525">
            <a:noFill/>
            <a:miter lim="800000"/>
          </a:ln>
        </p:spPr>
        <p:txBody>
          <a:bodyPr vert="horz" wrap="square" lIns="91440" tIns="45720" rIns="91440" bIns="45720" numCol="1" anchor="b" anchorCtr="0" compatLnSpc="1"/>
          <a:lstStyle>
            <a:defPPr>
              <a:defRPr lang="en-US"/>
            </a:defPPr>
            <a:lvl1pPr algn="ctr" eaLnBrk="0" hangingPunct="0">
              <a:defRPr sz="5000">
                <a:solidFill>
                  <a:srgbClr val="CC0000"/>
                </a:solidFill>
                <a:effectLst>
                  <a:outerShdw blurRad="38100" dist="38100" dir="2700000" algn="tl">
                    <a:srgbClr val="000000">
                      <a:alpha val="43137"/>
                    </a:srgbClr>
                  </a:outerShdw>
                </a:effectLst>
                <a:latin typeface="+mn-lt"/>
                <a:ea typeface="+mj-ea"/>
                <a:cs typeface="+mj-cs"/>
              </a:defRPr>
            </a:lvl1pPr>
            <a:lvl2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2pPr>
            <a:lvl3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3pPr>
            <a:lvl4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4pPr>
            <a:lvl5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5pPr>
            <a:lvl6pPr marL="4572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6pPr>
            <a:lvl7pPr marL="9144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7pPr>
            <a:lvl8pPr marL="13716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8pPr>
            <a:lvl9pPr marL="18288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9pPr>
          </a:lstStyle>
          <a:p>
            <a:pPr algn="l"/>
            <a:r>
              <a:rPr lang="zh-CN" altLang="en-US" sz="2800" dirty="0">
                <a:solidFill>
                  <a:srgbClr val="C00000"/>
                </a:solidFill>
                <a:effectLst/>
                <a:latin typeface="微软雅黑" panose="020B0503020204020204" pitchFamily="34" charset="-122"/>
                <a:ea typeface="微软雅黑" panose="020B0503020204020204" pitchFamily="34" charset="-122"/>
              </a:rPr>
              <a:t>一些扩展内容</a:t>
            </a:r>
          </a:p>
        </p:txBody>
      </p:sp>
      <p:sp>
        <p:nvSpPr>
          <p:cNvPr id="2" name="灯片编号占位符 1">
            <a:extLst>
              <a:ext uri="{FF2B5EF4-FFF2-40B4-BE49-F238E27FC236}">
                <a16:creationId xmlns:a16="http://schemas.microsoft.com/office/drawing/2014/main" id="{C1FC43F0-D4CF-6C47-14EF-CD36C541A84B}"/>
              </a:ext>
            </a:extLst>
          </p:cNvPr>
          <p:cNvSpPr>
            <a:spLocks noGrp="1"/>
          </p:cNvSpPr>
          <p:nvPr>
            <p:ph type="sldNum" sz="quarter" idx="12"/>
          </p:nvPr>
        </p:nvSpPr>
        <p:spPr/>
        <p:txBody>
          <a:bodyPr vert="horz" lIns="91440" tIns="45720" rIns="91440" bIns="45720" rtlCol="0" anchor="ctr"/>
          <a:lstStyle/>
          <a:p>
            <a:fld id="{217794D7-36C4-4E93-AE7A-0CAF6AF174FC}" type="slidenum">
              <a:rPr lang="zh-CN" altLang="en-US" b="0" smtClean="0">
                <a:solidFill>
                  <a:schemeClr val="tx1"/>
                </a:solidFill>
              </a:rPr>
              <a:pPr/>
              <a:t>37</a:t>
            </a:fld>
            <a:endParaRPr lang="en-US" altLang="zh-CN" b="0" dirty="0">
              <a:solidFill>
                <a:schemeClr val="tx1"/>
              </a:solidFill>
            </a:endParaRPr>
          </a:p>
        </p:txBody>
      </p:sp>
      <p:sp>
        <p:nvSpPr>
          <p:cNvPr id="4" name="矩形 3">
            <a:extLst>
              <a:ext uri="{FF2B5EF4-FFF2-40B4-BE49-F238E27FC236}">
                <a16:creationId xmlns:a16="http://schemas.microsoft.com/office/drawing/2014/main" id="{931F828F-6C0D-9A22-F004-C307C3AE6B72}"/>
              </a:ext>
            </a:extLst>
          </p:cNvPr>
          <p:cNvSpPr/>
          <p:nvPr/>
        </p:nvSpPr>
        <p:spPr>
          <a:xfrm>
            <a:off x="751324" y="833015"/>
            <a:ext cx="10536645" cy="3152338"/>
          </a:xfrm>
          <a:prstGeom prst="rect">
            <a:avLst/>
          </a:prstGeom>
        </p:spPr>
        <p:txBody>
          <a:bodyPr wrap="square">
            <a:spAutoFit/>
          </a:bodyPr>
          <a:lstStyle/>
          <a:p>
            <a:pPr marL="342900" marR="0" indent="-342900" algn="just">
              <a:lnSpc>
                <a:spcPct val="120000"/>
              </a:lnSpc>
              <a:spcBef>
                <a:spcPts val="0"/>
              </a:spcBef>
              <a:spcAft>
                <a:spcPts val="0"/>
              </a:spcAft>
              <a:buFont typeface="Wingdings" panose="05000000000000000000" pitchFamily="2" charset="2"/>
              <a:buChar char="Ø"/>
            </a:pPr>
            <a:r>
              <a:rPr lang="en-US" altLang="zh-CN" sz="2400" kern="2200" dirty="0">
                <a:solidFill>
                  <a:schemeClr val="tx1"/>
                </a:solidFill>
                <a:latin typeface="宋体" panose="02010600030101010101" pitchFamily="2" charset="-122"/>
                <a:ea typeface="宋体" panose="02010600030101010101" pitchFamily="2" charset="-122"/>
              </a:rPr>
              <a:t>1. </a:t>
            </a:r>
            <a:r>
              <a:rPr lang="zh-CN" altLang="en-US" sz="2400" kern="2200" dirty="0">
                <a:solidFill>
                  <a:schemeClr val="tx1"/>
                </a:solidFill>
                <a:latin typeface="宋体" panose="02010600030101010101" pitchFamily="2" charset="-122"/>
                <a:ea typeface="宋体" panose="02010600030101010101" pitchFamily="2" charset="-122"/>
              </a:rPr>
              <a:t>程序设计竞赛的大学规划之路</a:t>
            </a:r>
            <a:endParaRPr lang="en-US" altLang="zh-CN" sz="2400" kern="2200" dirty="0">
              <a:solidFill>
                <a:schemeClr val="tx1"/>
              </a:solidFill>
              <a:latin typeface="宋体" panose="02010600030101010101" pitchFamily="2" charset="-122"/>
              <a:ea typeface="宋体" panose="02010600030101010101" pitchFamily="2" charset="-122"/>
            </a:endParaRPr>
          </a:p>
          <a:p>
            <a:pPr marL="800100" lvl="1" indent="-342900" algn="just">
              <a:lnSpc>
                <a:spcPct val="120000"/>
              </a:lnSpc>
              <a:spcBef>
                <a:spcPts val="0"/>
              </a:spcBef>
              <a:spcAft>
                <a:spcPts val="0"/>
              </a:spcAft>
              <a:buFont typeface="Wingdings" panose="05000000000000000000" pitchFamily="2" charset="2"/>
              <a:buChar char="Ø"/>
            </a:pPr>
            <a:r>
              <a:rPr lang="zh-CN" altLang="en-US" sz="2400" kern="2200" dirty="0">
                <a:solidFill>
                  <a:schemeClr val="tx1"/>
                </a:solidFill>
                <a:latin typeface="宋体" panose="02010600030101010101" pitchFamily="2" charset="-122"/>
                <a:ea typeface="宋体" panose="02010600030101010101" pitchFamily="2" charset="-122"/>
              </a:rPr>
              <a:t>蓝桥、天梯（团体赛）（选拨标准）</a:t>
            </a:r>
            <a:endParaRPr lang="en-US" altLang="zh-CN" sz="2400" kern="2200" dirty="0">
              <a:solidFill>
                <a:schemeClr val="tx1"/>
              </a:solidFill>
              <a:latin typeface="宋体" panose="02010600030101010101" pitchFamily="2" charset="-122"/>
              <a:ea typeface="宋体" panose="02010600030101010101" pitchFamily="2" charset="-122"/>
            </a:endParaRPr>
          </a:p>
          <a:p>
            <a:pPr marL="800100" lvl="1" indent="-342900" algn="just">
              <a:lnSpc>
                <a:spcPct val="120000"/>
              </a:lnSpc>
              <a:spcBef>
                <a:spcPts val="0"/>
              </a:spcBef>
              <a:spcAft>
                <a:spcPts val="0"/>
              </a:spcAft>
              <a:buFont typeface="Wingdings" panose="05000000000000000000" pitchFamily="2" charset="2"/>
              <a:buChar char="Ø"/>
            </a:pPr>
            <a:r>
              <a:rPr lang="zh-CN" altLang="en-US" sz="2400" kern="2200" dirty="0">
                <a:solidFill>
                  <a:schemeClr val="tx1"/>
                </a:solidFill>
                <a:latin typeface="宋体" panose="02010600030101010101" pitchFamily="2" charset="-122"/>
                <a:ea typeface="宋体" panose="02010600030101010101" pitchFamily="2" charset="-122"/>
              </a:rPr>
              <a:t>省赛、四省赛、</a:t>
            </a:r>
            <a:r>
              <a:rPr lang="en-US" altLang="zh-CN" sz="2400" kern="2200" dirty="0">
                <a:solidFill>
                  <a:schemeClr val="tx1"/>
                </a:solidFill>
                <a:latin typeface="宋体" panose="02010600030101010101" pitchFamily="2" charset="-122"/>
                <a:ea typeface="宋体" panose="02010600030101010101" pitchFamily="2" charset="-122"/>
              </a:rPr>
              <a:t>ICPC/CCPC</a:t>
            </a:r>
            <a:r>
              <a:rPr lang="zh-CN" altLang="en-US" sz="2400" kern="2200" dirty="0">
                <a:solidFill>
                  <a:schemeClr val="tx1"/>
                </a:solidFill>
                <a:latin typeface="宋体" panose="02010600030101010101" pitchFamily="2" charset="-122"/>
                <a:ea typeface="宋体" panose="02010600030101010101" pitchFamily="2" charset="-122"/>
              </a:rPr>
              <a:t>区域赛</a:t>
            </a:r>
            <a:endParaRPr lang="en-US" altLang="zh-CN" sz="2400" kern="2200" dirty="0">
              <a:solidFill>
                <a:schemeClr val="tx1"/>
              </a:solidFill>
              <a:latin typeface="宋体" panose="02010600030101010101" pitchFamily="2" charset="-122"/>
              <a:ea typeface="宋体" panose="02010600030101010101" pitchFamily="2" charset="-122"/>
            </a:endParaRPr>
          </a:p>
          <a:p>
            <a:pPr marL="342900" marR="0" indent="-342900" algn="just">
              <a:lnSpc>
                <a:spcPct val="120000"/>
              </a:lnSpc>
              <a:spcBef>
                <a:spcPts val="0"/>
              </a:spcBef>
              <a:spcAft>
                <a:spcPts val="0"/>
              </a:spcAft>
              <a:buFont typeface="Wingdings" panose="05000000000000000000" pitchFamily="2" charset="2"/>
              <a:buChar char="Ø"/>
            </a:pPr>
            <a:r>
              <a:rPr lang="en-US" altLang="zh-CN" sz="2400" kern="2200" dirty="0">
                <a:solidFill>
                  <a:schemeClr val="tx1"/>
                </a:solidFill>
                <a:latin typeface="宋体" panose="02010600030101010101" pitchFamily="2" charset="-122"/>
                <a:ea typeface="宋体" panose="02010600030101010101" pitchFamily="2" charset="-122"/>
              </a:rPr>
              <a:t>2. </a:t>
            </a:r>
            <a:r>
              <a:rPr lang="zh-CN" altLang="en-US" sz="2400" kern="2200" dirty="0">
                <a:solidFill>
                  <a:schemeClr val="tx1"/>
                </a:solidFill>
                <a:latin typeface="宋体" panose="02010600030101010101" pitchFamily="2" charset="-122"/>
                <a:ea typeface="宋体" panose="02010600030101010101" pitchFamily="2" charset="-122"/>
              </a:rPr>
              <a:t>程序设计竞赛快速进阶之路</a:t>
            </a:r>
            <a:endParaRPr lang="en-US" altLang="zh-CN" sz="2400" kern="2200" dirty="0">
              <a:solidFill>
                <a:schemeClr val="tx1"/>
              </a:solidFill>
              <a:latin typeface="宋体" panose="02010600030101010101" pitchFamily="2" charset="-122"/>
              <a:ea typeface="宋体" panose="02010600030101010101" pitchFamily="2" charset="-122"/>
            </a:endParaRPr>
          </a:p>
          <a:p>
            <a:pPr marL="800100" lvl="1" indent="-342900" algn="just">
              <a:lnSpc>
                <a:spcPct val="120000"/>
              </a:lnSpc>
              <a:spcBef>
                <a:spcPts val="0"/>
              </a:spcBef>
              <a:spcAft>
                <a:spcPts val="0"/>
              </a:spcAft>
              <a:buFont typeface="Wingdings" panose="05000000000000000000" pitchFamily="2" charset="2"/>
              <a:buChar char="Ø"/>
            </a:pPr>
            <a:r>
              <a:rPr lang="zh-CN" altLang="en-US" sz="2400" kern="2200" dirty="0">
                <a:solidFill>
                  <a:schemeClr val="tx1"/>
                </a:solidFill>
                <a:latin typeface="宋体" panose="02010600030101010101" pitchFamily="2" charset="-122"/>
                <a:ea typeface="宋体" panose="02010600030101010101" pitchFamily="2" charset="-122"/>
              </a:rPr>
              <a:t>无他，惟手熟尔。</a:t>
            </a:r>
            <a:endParaRPr lang="en-US" altLang="zh-CN" sz="2400" kern="2200" dirty="0">
              <a:solidFill>
                <a:schemeClr val="tx1"/>
              </a:solidFill>
              <a:latin typeface="宋体" panose="02010600030101010101" pitchFamily="2" charset="-122"/>
              <a:ea typeface="宋体" panose="02010600030101010101" pitchFamily="2" charset="-122"/>
            </a:endParaRPr>
          </a:p>
          <a:p>
            <a:pPr marL="800100" lvl="1" indent="-342900" algn="just">
              <a:lnSpc>
                <a:spcPct val="120000"/>
              </a:lnSpc>
              <a:spcBef>
                <a:spcPts val="0"/>
              </a:spcBef>
              <a:spcAft>
                <a:spcPts val="0"/>
              </a:spcAft>
              <a:buFont typeface="Wingdings" panose="05000000000000000000" pitchFamily="2" charset="2"/>
              <a:buChar char="Ø"/>
            </a:pPr>
            <a:r>
              <a:rPr lang="zh-CN" altLang="en-US" sz="2400" kern="2200" dirty="0">
                <a:solidFill>
                  <a:schemeClr val="tx1"/>
                </a:solidFill>
                <a:latin typeface="宋体" panose="02010600030101010101" pitchFamily="2" charset="-122"/>
                <a:ea typeface="宋体" panose="02010600030101010101" pitchFamily="2" charset="-122"/>
              </a:rPr>
              <a:t>训练量是王道，</a:t>
            </a:r>
            <a:endParaRPr lang="en-US" altLang="zh-CN" sz="2400" kern="2200" dirty="0">
              <a:solidFill>
                <a:schemeClr val="tx1"/>
              </a:solidFill>
              <a:latin typeface="宋体" panose="02010600030101010101" pitchFamily="2" charset="-122"/>
              <a:ea typeface="宋体" panose="02010600030101010101" pitchFamily="2" charset="-122"/>
            </a:endParaRPr>
          </a:p>
          <a:p>
            <a:pPr marL="342900" marR="0" indent="-342900" algn="just">
              <a:lnSpc>
                <a:spcPct val="120000"/>
              </a:lnSpc>
              <a:spcBef>
                <a:spcPts val="0"/>
              </a:spcBef>
              <a:spcAft>
                <a:spcPts val="0"/>
              </a:spcAft>
              <a:buFont typeface="Wingdings" panose="05000000000000000000" pitchFamily="2" charset="2"/>
              <a:buChar char="Ø"/>
            </a:pPr>
            <a:r>
              <a:rPr lang="en-US" altLang="zh-CN" sz="2400" kern="2200" dirty="0">
                <a:solidFill>
                  <a:schemeClr val="tx1"/>
                </a:solidFill>
                <a:latin typeface="宋体" panose="02010600030101010101" pitchFamily="2" charset="-122"/>
                <a:ea typeface="宋体" panose="02010600030101010101" pitchFamily="2" charset="-122"/>
              </a:rPr>
              <a:t>3. </a:t>
            </a:r>
            <a:r>
              <a:rPr lang="zh-CN" altLang="en-US" sz="2400" kern="2200" dirty="0">
                <a:solidFill>
                  <a:schemeClr val="tx1"/>
                </a:solidFill>
                <a:latin typeface="宋体" panose="02010600030101010101" pitchFamily="2" charset="-122"/>
                <a:ea typeface="宋体" panose="02010600030101010101" pitchFamily="2" charset="-122"/>
              </a:rPr>
              <a:t>复杂度分析</a:t>
            </a:r>
            <a:endParaRPr lang="zh-CN" altLang="en-US" kern="2200" dirty="0">
              <a:solidFill>
                <a:schemeClr val="tx1"/>
              </a:solidFill>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4133128409"/>
      </p:ext>
    </p:extLst>
  </p:cSld>
  <p:clrMapOvr>
    <a:masterClrMapping/>
  </p:clrMapOvr>
  <mc:AlternateContent xmlns:mc="http://schemas.openxmlformats.org/markup-compatibility/2006" xmlns:p14="http://schemas.microsoft.com/office/powerpoint/2010/main">
    <mc:Choice Requires="p14">
      <p:transition spd="slow" p14:dur="2000" advTm="23096"/>
    </mc:Choice>
    <mc:Fallback xmlns="">
      <p:transition spd="slow" advTm="23096"/>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Rectangle 2"/>
          <p:cNvSpPr txBox="1">
            <a:spLocks noChangeArrowheads="1"/>
          </p:cNvSpPr>
          <p:nvPr/>
        </p:nvSpPr>
        <p:spPr>
          <a:xfrm>
            <a:off x="681165" y="401863"/>
            <a:ext cx="10454100" cy="886502"/>
          </a:xfrm>
          <a:prstGeom prst="rect">
            <a:avLst/>
          </a:prstGeom>
          <a:noFill/>
          <a:ln w="9525">
            <a:noFill/>
            <a:miter lim="800000"/>
          </a:ln>
        </p:spPr>
        <p:txBody>
          <a:bodyPr vert="horz" wrap="square" lIns="91440" tIns="45720" rIns="91440" bIns="45720" numCol="1" anchor="b" anchorCtr="0" compatLnSpc="1"/>
          <a:lstStyle>
            <a:defPPr>
              <a:defRPr lang="en-US"/>
            </a:defPPr>
            <a:lvl1pPr algn="ctr" eaLnBrk="0" hangingPunct="0">
              <a:defRPr sz="5000">
                <a:solidFill>
                  <a:srgbClr val="CC0000"/>
                </a:solidFill>
                <a:effectLst>
                  <a:outerShdw blurRad="38100" dist="38100" dir="2700000" algn="tl">
                    <a:srgbClr val="000000">
                      <a:alpha val="43137"/>
                    </a:srgbClr>
                  </a:outerShdw>
                </a:effectLst>
                <a:latin typeface="+mn-lt"/>
                <a:ea typeface="+mj-ea"/>
                <a:cs typeface="+mj-cs"/>
              </a:defRPr>
            </a:lvl1pPr>
            <a:lvl2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2pPr>
            <a:lvl3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3pPr>
            <a:lvl4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4pPr>
            <a:lvl5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5pPr>
            <a:lvl6pPr marL="4572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6pPr>
            <a:lvl7pPr marL="9144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7pPr>
            <a:lvl8pPr marL="13716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8pPr>
            <a:lvl9pPr marL="18288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9pPr>
          </a:lstStyle>
          <a:p>
            <a:pPr algn="l"/>
            <a:r>
              <a:rPr lang="zh-CN" altLang="en-US" sz="3200" dirty="0">
                <a:solidFill>
                  <a:srgbClr val="C00000"/>
                </a:solidFill>
                <a:effectLst/>
                <a:latin typeface="微软雅黑" panose="020B0503020204020204" pitchFamily="34" charset="-122"/>
                <a:ea typeface="微软雅黑" panose="020B0503020204020204" pitchFamily="34" charset="-122"/>
              </a:rPr>
              <a:t>大一：入门、初级阶段</a:t>
            </a:r>
          </a:p>
        </p:txBody>
      </p:sp>
      <p:sp>
        <p:nvSpPr>
          <p:cNvPr id="2" name="灯片编号占位符 1">
            <a:extLst>
              <a:ext uri="{FF2B5EF4-FFF2-40B4-BE49-F238E27FC236}">
                <a16:creationId xmlns:a16="http://schemas.microsoft.com/office/drawing/2014/main" id="{DDCBB3D8-AE1A-4351-BDEB-2B350E4B0B05}"/>
              </a:ext>
            </a:extLst>
          </p:cNvPr>
          <p:cNvSpPr>
            <a:spLocks noGrp="1"/>
          </p:cNvSpPr>
          <p:nvPr>
            <p:ph type="sldNum" sz="quarter" idx="12"/>
          </p:nvPr>
        </p:nvSpPr>
        <p:spPr/>
        <p:txBody>
          <a:bodyPr vert="horz" lIns="91440" tIns="45720" rIns="91440" bIns="45720" rtlCol="0" anchor="ctr"/>
          <a:lstStyle/>
          <a:p>
            <a:fld id="{217794D7-36C4-4E93-AE7A-0CAF6AF174FC}" type="slidenum">
              <a:rPr lang="zh-CN" altLang="en-US" b="0" smtClean="0">
                <a:solidFill>
                  <a:schemeClr val="tx1"/>
                </a:solidFill>
              </a:rPr>
              <a:pPr/>
              <a:t>38</a:t>
            </a:fld>
            <a:endParaRPr lang="en-US" altLang="zh-CN" b="0" dirty="0">
              <a:solidFill>
                <a:schemeClr val="tx1"/>
              </a:solidFill>
            </a:endParaRPr>
          </a:p>
        </p:txBody>
      </p:sp>
      <p:sp>
        <p:nvSpPr>
          <p:cNvPr id="21" name="内容占位符 2"/>
          <p:cNvSpPr txBox="1">
            <a:spLocks/>
          </p:cNvSpPr>
          <p:nvPr/>
        </p:nvSpPr>
        <p:spPr>
          <a:xfrm>
            <a:off x="904030" y="1596540"/>
            <a:ext cx="10689350" cy="414644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lnSpc>
                <a:spcPct val="140000"/>
              </a:lnSpc>
              <a:spcBef>
                <a:spcPts val="0"/>
              </a:spcBef>
              <a:spcAft>
                <a:spcPts val="0"/>
              </a:spcAft>
              <a:buFont typeface="Wingdings" panose="05000000000000000000" pitchFamily="2" charset="2"/>
              <a:buChar char="Ø"/>
            </a:pPr>
            <a:r>
              <a:rPr lang="zh-CN" altLang="en-US" sz="2400" dirty="0">
                <a:solidFill>
                  <a:srgbClr val="FF0000"/>
                </a:solidFill>
                <a:latin typeface="微软雅黑" panose="020B0503020204020204" pitchFamily="34" charset="-122"/>
                <a:ea typeface="微软雅黑" panose="020B0503020204020204" pitchFamily="34" charset="-122"/>
              </a:rPr>
              <a:t>大一上</a:t>
            </a:r>
            <a:r>
              <a:rPr lang="zh-CN" altLang="en-US" sz="2400" dirty="0">
                <a:latin typeface="微软雅黑" panose="020B0503020204020204" pitchFamily="34" charset="-122"/>
                <a:ea typeface="微软雅黑" panose="020B0503020204020204" pitchFamily="34" charset="-122"/>
              </a:rPr>
              <a:t>：熟悉语言，最好从</a:t>
            </a:r>
            <a:r>
              <a:rPr lang="en-US" altLang="zh-CN" sz="2400" dirty="0">
                <a:latin typeface="微软雅黑" panose="020B0503020204020204" pitchFamily="34" charset="-122"/>
                <a:ea typeface="微软雅黑" panose="020B0503020204020204" pitchFamily="34" charset="-122"/>
              </a:rPr>
              <a:t>C/C++</a:t>
            </a:r>
            <a:r>
              <a:rPr lang="zh-CN" altLang="en-US" sz="2400" dirty="0">
                <a:latin typeface="微软雅黑" panose="020B0503020204020204" pitchFamily="34" charset="-122"/>
                <a:ea typeface="微软雅黑" panose="020B0503020204020204" pitchFamily="34" charset="-122"/>
              </a:rPr>
              <a:t>开始。做一些简单的中文题并开始准备蓝桥杯。进一步熟悉编程语言、学习如何在</a:t>
            </a:r>
            <a:r>
              <a:rPr lang="en-US" altLang="zh-CN" sz="2400" dirty="0">
                <a:latin typeface="微软雅黑" panose="020B0503020204020204" pitchFamily="34" charset="-122"/>
                <a:ea typeface="微软雅黑" panose="020B0503020204020204" pitchFamily="34" charset="-122"/>
              </a:rPr>
              <a:t>OJ</a:t>
            </a:r>
            <a:r>
              <a:rPr lang="zh-CN" altLang="en-US" sz="2400" dirty="0">
                <a:latin typeface="微软雅黑" panose="020B0503020204020204" pitchFamily="34" charset="-122"/>
                <a:ea typeface="微软雅黑" panose="020B0503020204020204" pitchFamily="34" charset="-122"/>
              </a:rPr>
              <a:t>上做题、掌握输入输出的用法、积累代码量。</a:t>
            </a:r>
          </a:p>
          <a:p>
            <a:pPr fontAlgn="auto">
              <a:lnSpc>
                <a:spcPct val="140000"/>
              </a:lnSpc>
              <a:spcBef>
                <a:spcPts val="0"/>
              </a:spcBef>
              <a:spcAft>
                <a:spcPts val="0"/>
              </a:spcAft>
              <a:buFont typeface="Wingdings" panose="05000000000000000000" pitchFamily="2" charset="2"/>
              <a:buChar char="Ø"/>
            </a:pPr>
            <a:r>
              <a:rPr lang="zh-CN" altLang="en-US" sz="2400" dirty="0">
                <a:solidFill>
                  <a:srgbClr val="FF0000"/>
                </a:solidFill>
                <a:latin typeface="微软雅黑" panose="020B0503020204020204" pitchFamily="34" charset="-122"/>
                <a:ea typeface="微软雅黑" panose="020B0503020204020204" pitchFamily="34" charset="-122"/>
              </a:rPr>
              <a:t>大一上</a:t>
            </a:r>
            <a:r>
              <a:rPr lang="en-US" altLang="zh-CN" sz="2400" dirty="0">
                <a:solidFill>
                  <a:srgbClr val="FF0000"/>
                </a:solidFill>
                <a:latin typeface="微软雅黑" panose="020B0503020204020204" pitchFamily="34" charset="-122"/>
                <a:ea typeface="微软雅黑" panose="020B0503020204020204" pitchFamily="34" charset="-122"/>
              </a:rPr>
              <a:t>~</a:t>
            </a:r>
            <a:r>
              <a:rPr lang="zh-CN" altLang="en-US" sz="2400" dirty="0">
                <a:solidFill>
                  <a:srgbClr val="FF0000"/>
                </a:solidFill>
                <a:latin typeface="微软雅黑" panose="020B0503020204020204" pitchFamily="34" charset="-122"/>
                <a:ea typeface="微软雅黑" panose="020B0503020204020204" pitchFamily="34" charset="-122"/>
              </a:rPr>
              <a:t>下学期</a:t>
            </a:r>
            <a:r>
              <a:rPr lang="zh-CN" altLang="en-US" sz="2400" dirty="0">
                <a:latin typeface="微软雅黑" panose="020B0503020204020204" pitchFamily="34" charset="-122"/>
                <a:ea typeface="微软雅黑" panose="020B0503020204020204" pitchFamily="34" charset="-122"/>
              </a:rPr>
              <a:t>：做一些入门题，例如搜索、数学、贪心、简单动态规划等。</a:t>
            </a:r>
            <a:endParaRPr lang="en-US" altLang="zh-CN" sz="2400" dirty="0">
              <a:latin typeface="微软雅黑" panose="020B0503020204020204" pitchFamily="34" charset="-122"/>
              <a:ea typeface="微软雅黑" panose="020B0503020204020204" pitchFamily="34" charset="-122"/>
            </a:endParaRPr>
          </a:p>
          <a:p>
            <a:pPr fontAlgn="auto">
              <a:lnSpc>
                <a:spcPct val="140000"/>
              </a:lnSpc>
              <a:spcBef>
                <a:spcPts val="0"/>
              </a:spcBef>
              <a:spcAft>
                <a:spcPts val="0"/>
              </a:spcAft>
              <a:buFont typeface="Wingdings" panose="05000000000000000000" pitchFamily="2" charset="2"/>
              <a:buChar char="Ø"/>
            </a:pPr>
            <a:r>
              <a:rPr lang="zh-CN" altLang="en-US" sz="2400" dirty="0">
                <a:solidFill>
                  <a:srgbClr val="FF0000"/>
                </a:solidFill>
                <a:latin typeface="微软雅黑" panose="020B0503020204020204" pitchFamily="34" charset="-122"/>
                <a:ea typeface="微软雅黑" panose="020B0503020204020204" pitchFamily="34" charset="-122"/>
              </a:rPr>
              <a:t>大一下</a:t>
            </a:r>
            <a:r>
              <a:rPr lang="zh-CN" altLang="en-US" sz="2400" dirty="0">
                <a:latin typeface="微软雅黑" panose="020B0503020204020204" pitchFamily="34" charset="-122"/>
                <a:ea typeface="微软雅黑" panose="020B0503020204020204" pitchFamily="34" charset="-122"/>
              </a:rPr>
              <a:t>：第</a:t>
            </a:r>
            <a:r>
              <a:rPr lang="en-US" altLang="zh-CN" sz="2400" dirty="0">
                <a:latin typeface="微软雅黑" panose="020B0503020204020204" pitchFamily="34" charset="-122"/>
                <a:ea typeface="微软雅黑" panose="020B0503020204020204" pitchFamily="34" charset="-122"/>
              </a:rPr>
              <a:t>1</a:t>
            </a:r>
            <a:r>
              <a:rPr lang="zh-CN" altLang="en-US" sz="2400" dirty="0">
                <a:latin typeface="微软雅黑" panose="020B0503020204020204" pitchFamily="34" charset="-122"/>
                <a:ea typeface="微软雅黑" panose="020B0503020204020204" pitchFamily="34" charset="-122"/>
              </a:rPr>
              <a:t>次参加蓝桥杯。</a:t>
            </a:r>
          </a:p>
          <a:p>
            <a:pPr fontAlgn="auto">
              <a:lnSpc>
                <a:spcPct val="140000"/>
              </a:lnSpc>
              <a:spcBef>
                <a:spcPts val="0"/>
              </a:spcBef>
              <a:spcAft>
                <a:spcPts val="0"/>
              </a:spcAft>
              <a:buFont typeface="Wingdings" panose="05000000000000000000" pitchFamily="2" charset="2"/>
              <a:buChar char="Ø"/>
            </a:pPr>
            <a:r>
              <a:rPr lang="zh-CN" altLang="en-US" sz="2400" dirty="0">
                <a:solidFill>
                  <a:srgbClr val="FF0000"/>
                </a:solidFill>
                <a:latin typeface="微软雅黑" panose="020B0503020204020204" pitchFamily="34" charset="-122"/>
                <a:ea typeface="微软雅黑" panose="020B0503020204020204" pitchFamily="34" charset="-122"/>
              </a:rPr>
              <a:t>大一暑假</a:t>
            </a:r>
            <a:r>
              <a:rPr lang="zh-CN" altLang="en-US" sz="2400" dirty="0">
                <a:latin typeface="微软雅黑" panose="020B0503020204020204" pitchFamily="34" charset="-122"/>
                <a:ea typeface="微软雅黑" panose="020B0503020204020204" pitchFamily="34" charset="-122"/>
              </a:rPr>
              <a:t>：参加集训，学习数据结构、深入掌握</a:t>
            </a:r>
            <a:r>
              <a:rPr lang="en-US" altLang="zh-CN" sz="2400" dirty="0">
                <a:latin typeface="微软雅黑" panose="020B0503020204020204" pitchFamily="34" charset="-122"/>
                <a:ea typeface="微软雅黑" panose="020B0503020204020204" pitchFamily="34" charset="-122"/>
              </a:rPr>
              <a:t>STL</a:t>
            </a:r>
            <a:r>
              <a:rPr lang="zh-CN" altLang="en-US" sz="2400" dirty="0">
                <a:latin typeface="微软雅黑" panose="020B0503020204020204" pitchFamily="34" charset="-122"/>
                <a:ea typeface="微软雅黑" panose="020B0503020204020204" pitchFamily="34" charset="-122"/>
              </a:rPr>
              <a:t>、各种专题入门，熟悉一起训练的队友。</a:t>
            </a:r>
          </a:p>
        </p:txBody>
      </p:sp>
    </p:spTree>
    <p:extLst>
      <p:ext uri="{BB962C8B-B14F-4D97-AF65-F5344CB8AC3E}">
        <p14:creationId xmlns:p14="http://schemas.microsoft.com/office/powerpoint/2010/main" val="3618467905"/>
      </p:ext>
    </p:extLst>
  </p:cSld>
  <p:clrMapOvr>
    <a:masterClrMapping/>
  </p:clrMapOvr>
  <mc:AlternateContent xmlns:mc="http://schemas.openxmlformats.org/markup-compatibility/2006" xmlns:p14="http://schemas.microsoft.com/office/powerpoint/2010/main">
    <mc:Choice Requires="p14">
      <p:transition spd="slow" p14:dur="2000" advTm="203779"/>
    </mc:Choice>
    <mc:Fallback xmlns="">
      <p:transition spd="slow" advTm="203779"/>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Rectangle 2"/>
          <p:cNvSpPr txBox="1">
            <a:spLocks noChangeArrowheads="1"/>
          </p:cNvSpPr>
          <p:nvPr/>
        </p:nvSpPr>
        <p:spPr>
          <a:xfrm>
            <a:off x="681165" y="401863"/>
            <a:ext cx="10454100" cy="886502"/>
          </a:xfrm>
          <a:prstGeom prst="rect">
            <a:avLst/>
          </a:prstGeom>
          <a:noFill/>
          <a:ln w="9525">
            <a:noFill/>
            <a:miter lim="800000"/>
          </a:ln>
        </p:spPr>
        <p:txBody>
          <a:bodyPr vert="horz" wrap="square" lIns="91440" tIns="45720" rIns="91440" bIns="45720" numCol="1" anchor="b" anchorCtr="0" compatLnSpc="1"/>
          <a:lstStyle>
            <a:defPPr>
              <a:defRPr lang="en-US"/>
            </a:defPPr>
            <a:lvl1pPr algn="ctr" eaLnBrk="0" hangingPunct="0">
              <a:defRPr sz="5000">
                <a:solidFill>
                  <a:srgbClr val="CC0000"/>
                </a:solidFill>
                <a:effectLst>
                  <a:outerShdw blurRad="38100" dist="38100" dir="2700000" algn="tl">
                    <a:srgbClr val="000000">
                      <a:alpha val="43137"/>
                    </a:srgbClr>
                  </a:outerShdw>
                </a:effectLst>
                <a:latin typeface="+mn-lt"/>
                <a:ea typeface="+mj-ea"/>
                <a:cs typeface="+mj-cs"/>
              </a:defRPr>
            </a:lvl1pPr>
            <a:lvl2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2pPr>
            <a:lvl3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3pPr>
            <a:lvl4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4pPr>
            <a:lvl5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5pPr>
            <a:lvl6pPr marL="4572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6pPr>
            <a:lvl7pPr marL="9144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7pPr>
            <a:lvl8pPr marL="13716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8pPr>
            <a:lvl9pPr marL="18288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9pPr>
          </a:lstStyle>
          <a:p>
            <a:pPr algn="l"/>
            <a:r>
              <a:rPr lang="zh-CN" altLang="en-US" sz="3200" dirty="0">
                <a:solidFill>
                  <a:srgbClr val="C00000"/>
                </a:solidFill>
                <a:effectLst/>
                <a:latin typeface="微软雅黑" panose="020B0503020204020204" pitchFamily="34" charset="-122"/>
                <a:ea typeface="微软雅黑" panose="020B0503020204020204" pitchFamily="34" charset="-122"/>
              </a:rPr>
              <a:t>大二：中级、高级</a:t>
            </a:r>
          </a:p>
        </p:txBody>
      </p:sp>
      <p:sp>
        <p:nvSpPr>
          <p:cNvPr id="2" name="灯片编号占位符 1">
            <a:extLst>
              <a:ext uri="{FF2B5EF4-FFF2-40B4-BE49-F238E27FC236}">
                <a16:creationId xmlns:a16="http://schemas.microsoft.com/office/drawing/2014/main" id="{DDCBB3D8-AE1A-4351-BDEB-2B350E4B0B05}"/>
              </a:ext>
            </a:extLst>
          </p:cNvPr>
          <p:cNvSpPr>
            <a:spLocks noGrp="1"/>
          </p:cNvSpPr>
          <p:nvPr>
            <p:ph type="sldNum" sz="quarter" idx="12"/>
          </p:nvPr>
        </p:nvSpPr>
        <p:spPr/>
        <p:txBody>
          <a:bodyPr vert="horz" lIns="91440" tIns="45720" rIns="91440" bIns="45720" rtlCol="0" anchor="ctr"/>
          <a:lstStyle/>
          <a:p>
            <a:fld id="{217794D7-36C4-4E93-AE7A-0CAF6AF174FC}" type="slidenum">
              <a:rPr lang="zh-CN" altLang="en-US" b="0" smtClean="0">
                <a:solidFill>
                  <a:schemeClr val="tx1"/>
                </a:solidFill>
              </a:rPr>
              <a:pPr/>
              <a:t>39</a:t>
            </a:fld>
            <a:endParaRPr lang="en-US" altLang="zh-CN" b="0" dirty="0">
              <a:solidFill>
                <a:schemeClr val="tx1"/>
              </a:solidFill>
            </a:endParaRPr>
          </a:p>
        </p:txBody>
      </p:sp>
      <p:sp>
        <p:nvSpPr>
          <p:cNvPr id="21" name="内容占位符 2"/>
          <p:cNvSpPr txBox="1">
            <a:spLocks/>
          </p:cNvSpPr>
          <p:nvPr/>
        </p:nvSpPr>
        <p:spPr>
          <a:xfrm>
            <a:off x="1056735" y="1596540"/>
            <a:ext cx="10275334" cy="4146448"/>
          </a:xfrm>
          <a:prstGeom prst="rect">
            <a:avLst/>
          </a:prstGeom>
        </p:spPr>
        <p:txBody>
          <a:bodyPr>
            <a:noAutofit/>
          </a:bodyPr>
          <a:lstStyle>
            <a:defPPr>
              <a:defRPr lang="en-US"/>
            </a:defPPr>
            <a:lvl1pPr marL="228600" indent="-228600" defTabSz="914400" eaLnBrk="1" fontAlgn="auto" latinLnBrk="0" hangingPunct="1">
              <a:lnSpc>
                <a:spcPct val="140000"/>
              </a:lnSpc>
              <a:spcBef>
                <a:spcPts val="0"/>
              </a:spcBef>
              <a:spcAft>
                <a:spcPts val="0"/>
              </a:spcAft>
              <a:buFont typeface="Wingdings" panose="05000000000000000000" pitchFamily="2" charset="2"/>
              <a:buChar char="Ø"/>
              <a:defRPr>
                <a:solidFill>
                  <a:schemeClr val="tx1"/>
                </a:solidFill>
                <a:latin typeface="微软雅黑" panose="020B0503020204020204" pitchFamily="34" charset="-122"/>
                <a:ea typeface="微软雅黑" panose="020B0503020204020204" pitchFamily="34" charset="-122"/>
                <a:cs typeface="+mn-cs"/>
              </a:defRPr>
            </a:lvl1pPr>
            <a:lvl2pPr marL="685800" indent="-228600" defTabSz="914400" eaLnBrk="1" latinLnBrk="0" hangingPunct="1">
              <a:lnSpc>
                <a:spcPct val="90000"/>
              </a:lnSpc>
              <a:spcBef>
                <a:spcPts val="500"/>
              </a:spcBef>
              <a:buFont typeface="Arial" panose="020B0604020202020204" pitchFamily="34" charset="0"/>
              <a:buChar char="•"/>
              <a:defRPr sz="2400">
                <a:solidFill>
                  <a:schemeClr val="tx1"/>
                </a:solidFill>
                <a:latin typeface="+mn-lt"/>
                <a:ea typeface="+mn-ea"/>
                <a:cs typeface="+mn-cs"/>
              </a:defRPr>
            </a:lvl2pPr>
            <a:lvl3pPr marL="1143000" indent="-228600" defTabSz="914400" eaLnBrk="1" latinLnBrk="0" hangingPunct="1">
              <a:lnSpc>
                <a:spcPct val="90000"/>
              </a:lnSpc>
              <a:spcBef>
                <a:spcPts val="500"/>
              </a:spcBef>
              <a:buFont typeface="Arial" panose="020B0604020202020204" pitchFamily="34" charset="0"/>
              <a:buChar char="•"/>
              <a:defRPr>
                <a:solidFill>
                  <a:schemeClr val="tx1"/>
                </a:solidFill>
                <a:latin typeface="+mn-lt"/>
                <a:ea typeface="+mn-ea"/>
                <a:cs typeface="+mn-cs"/>
              </a:defRPr>
            </a:lvl3pPr>
            <a:lvl4pPr marL="1600200" indent="-228600" defTabSz="914400" eaLnBrk="1" latinLnBrk="0" hangingPunct="1">
              <a:lnSpc>
                <a:spcPct val="90000"/>
              </a:lnSpc>
              <a:spcBef>
                <a:spcPts val="500"/>
              </a:spcBef>
              <a:buFont typeface="Arial" panose="020B0604020202020204" pitchFamily="34" charset="0"/>
              <a:buChar char="•"/>
              <a:defRPr sz="1800">
                <a:solidFill>
                  <a:schemeClr val="tx1"/>
                </a:solidFill>
                <a:latin typeface="+mn-lt"/>
                <a:ea typeface="+mn-ea"/>
                <a:cs typeface="+mn-cs"/>
              </a:defRPr>
            </a:lvl4pPr>
            <a:lvl5pPr marL="2057400" indent="-228600" defTabSz="914400" eaLnBrk="1" latinLnBrk="0" hangingPunct="1">
              <a:lnSpc>
                <a:spcPct val="90000"/>
              </a:lnSpc>
              <a:spcBef>
                <a:spcPts val="500"/>
              </a:spcBef>
              <a:buFont typeface="Arial" panose="020B0604020202020204" pitchFamily="34" charset="0"/>
              <a:buChar char="•"/>
              <a:defRPr sz="1800">
                <a:solidFill>
                  <a:schemeClr val="tx1"/>
                </a:solidFill>
                <a:latin typeface="+mn-lt"/>
                <a:ea typeface="+mn-ea"/>
                <a:cs typeface="+mn-cs"/>
              </a:defRPr>
            </a:lvl5pPr>
            <a:lvl6pPr marL="2514600" indent="-228600">
              <a:lnSpc>
                <a:spcPct val="90000"/>
              </a:lnSpc>
              <a:spcBef>
                <a:spcPts val="500"/>
              </a:spcBef>
              <a:buFont typeface="Arial" panose="020B0604020202020204" pitchFamily="34" charset="0"/>
              <a:buChar char="•"/>
              <a:defRPr sz="1800">
                <a:solidFill>
                  <a:schemeClr val="tx1"/>
                </a:solidFill>
                <a:latin typeface="+mn-lt"/>
                <a:ea typeface="+mn-ea"/>
                <a:cs typeface="+mn-cs"/>
              </a:defRPr>
            </a:lvl6pPr>
            <a:lvl7pPr marL="2971800" indent="-228600">
              <a:lnSpc>
                <a:spcPct val="90000"/>
              </a:lnSpc>
              <a:spcBef>
                <a:spcPts val="500"/>
              </a:spcBef>
              <a:buFont typeface="Arial" panose="020B0604020202020204" pitchFamily="34" charset="0"/>
              <a:buChar char="•"/>
              <a:defRPr sz="1800">
                <a:solidFill>
                  <a:schemeClr val="tx1"/>
                </a:solidFill>
                <a:latin typeface="+mn-lt"/>
                <a:ea typeface="+mn-ea"/>
                <a:cs typeface="+mn-cs"/>
              </a:defRPr>
            </a:lvl7pPr>
            <a:lvl8pPr marL="3429000" indent="-228600">
              <a:lnSpc>
                <a:spcPct val="90000"/>
              </a:lnSpc>
              <a:spcBef>
                <a:spcPts val="500"/>
              </a:spcBef>
              <a:buFont typeface="Arial" panose="020B0604020202020204" pitchFamily="34" charset="0"/>
              <a:buChar char="•"/>
              <a:defRPr sz="1800">
                <a:solidFill>
                  <a:schemeClr val="tx1"/>
                </a:solidFill>
                <a:latin typeface="+mn-lt"/>
                <a:ea typeface="+mn-ea"/>
                <a:cs typeface="+mn-cs"/>
              </a:defRPr>
            </a:lvl8pPr>
            <a:lvl9pPr marL="3886200" indent="-228600">
              <a:lnSpc>
                <a:spcPct val="90000"/>
              </a:lnSpc>
              <a:spcBef>
                <a:spcPts val="500"/>
              </a:spcBef>
              <a:buFont typeface="Arial" panose="020B0604020202020204" pitchFamily="34" charset="0"/>
              <a:buChar char="•"/>
              <a:defRPr sz="1800">
                <a:solidFill>
                  <a:schemeClr val="tx1"/>
                </a:solidFill>
                <a:latin typeface="+mn-lt"/>
                <a:ea typeface="+mn-ea"/>
                <a:cs typeface="+mn-cs"/>
              </a:defRPr>
            </a:lvl9pPr>
          </a:lstStyle>
          <a:p>
            <a:r>
              <a:rPr lang="zh-CN" altLang="en-US" sz="2800" dirty="0">
                <a:solidFill>
                  <a:srgbClr val="FF0000"/>
                </a:solidFill>
              </a:rPr>
              <a:t>大二上</a:t>
            </a:r>
            <a:r>
              <a:rPr lang="zh-CN" altLang="en-US" sz="2800" dirty="0"/>
              <a:t>：深入各类专题学习，并制定一年的计划，牢固掌握各种算法知识点。参加</a:t>
            </a:r>
            <a:r>
              <a:rPr lang="en-US" altLang="zh-CN" sz="2800" dirty="0"/>
              <a:t>ICPC</a:t>
            </a:r>
            <a:r>
              <a:rPr lang="zh-CN" altLang="en-US" sz="2800" dirty="0"/>
              <a:t>区域赛。</a:t>
            </a:r>
          </a:p>
          <a:p>
            <a:r>
              <a:rPr lang="zh-CN" altLang="en-US" sz="2800" dirty="0">
                <a:solidFill>
                  <a:srgbClr val="FF0000"/>
                </a:solidFill>
              </a:rPr>
              <a:t>大二下</a:t>
            </a:r>
            <a:r>
              <a:rPr lang="zh-CN" altLang="en-US" sz="2800" dirty="0"/>
              <a:t>：第</a:t>
            </a:r>
            <a:r>
              <a:rPr lang="en-US" altLang="zh-CN" sz="2800" dirty="0"/>
              <a:t>2</a:t>
            </a:r>
            <a:r>
              <a:rPr lang="zh-CN" altLang="en-US" sz="2800" dirty="0"/>
              <a:t>次参加蓝桥杯。最好得省一等奖并进入国赛。</a:t>
            </a:r>
          </a:p>
          <a:p>
            <a:r>
              <a:rPr lang="zh-CN" altLang="en-US" sz="2800" dirty="0">
                <a:solidFill>
                  <a:srgbClr val="FF0000"/>
                </a:solidFill>
              </a:rPr>
              <a:t>大二暑假</a:t>
            </a:r>
            <a:r>
              <a:rPr lang="zh-CN" altLang="en-US" sz="2800" dirty="0"/>
              <a:t>：组队参加网络赛和模拟赛。</a:t>
            </a:r>
          </a:p>
        </p:txBody>
      </p:sp>
    </p:spTree>
    <p:extLst>
      <p:ext uri="{BB962C8B-B14F-4D97-AF65-F5344CB8AC3E}">
        <p14:creationId xmlns:p14="http://schemas.microsoft.com/office/powerpoint/2010/main" val="3237256459"/>
      </p:ext>
    </p:extLst>
  </p:cSld>
  <p:clrMapOvr>
    <a:masterClrMapping/>
  </p:clrMapOvr>
  <mc:AlternateContent xmlns:mc="http://schemas.openxmlformats.org/markup-compatibility/2006" xmlns:p14="http://schemas.microsoft.com/office/powerpoint/2010/main">
    <mc:Choice Requires="p14">
      <p:transition spd="slow" p14:dur="2000" advTm="148492"/>
    </mc:Choice>
    <mc:Fallback xmlns="">
      <p:transition spd="slow" advTm="148492"/>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Rectangle 2"/>
          <p:cNvSpPr txBox="1">
            <a:spLocks noChangeArrowheads="1"/>
          </p:cNvSpPr>
          <p:nvPr/>
        </p:nvSpPr>
        <p:spPr>
          <a:xfrm>
            <a:off x="681165" y="401863"/>
            <a:ext cx="10454100" cy="886502"/>
          </a:xfrm>
          <a:prstGeom prst="rect">
            <a:avLst/>
          </a:prstGeom>
          <a:noFill/>
          <a:ln w="9525">
            <a:noFill/>
            <a:miter lim="800000"/>
          </a:ln>
        </p:spPr>
        <p:txBody>
          <a:bodyPr vert="horz" wrap="square" lIns="91440" tIns="45720" rIns="91440" bIns="45720" numCol="1" anchor="b" anchorCtr="0" compatLnSpc="1"/>
          <a:lstStyle>
            <a:defPPr>
              <a:defRPr lang="en-US"/>
            </a:defPPr>
            <a:lvl1pPr algn="ctr" eaLnBrk="0" hangingPunct="0">
              <a:defRPr sz="5000">
                <a:solidFill>
                  <a:srgbClr val="CC0000"/>
                </a:solidFill>
                <a:effectLst>
                  <a:outerShdw blurRad="38100" dist="38100" dir="2700000" algn="tl">
                    <a:srgbClr val="000000">
                      <a:alpha val="43137"/>
                    </a:srgbClr>
                  </a:outerShdw>
                </a:effectLst>
                <a:latin typeface="+mn-lt"/>
                <a:ea typeface="+mj-ea"/>
                <a:cs typeface="+mj-cs"/>
              </a:defRPr>
            </a:lvl1pPr>
            <a:lvl2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2pPr>
            <a:lvl3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3pPr>
            <a:lvl4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4pPr>
            <a:lvl5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5pPr>
            <a:lvl6pPr marL="4572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6pPr>
            <a:lvl7pPr marL="9144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7pPr>
            <a:lvl8pPr marL="13716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8pPr>
            <a:lvl9pPr marL="18288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9pPr>
          </a:lstStyle>
          <a:p>
            <a:pPr algn="l"/>
            <a:r>
              <a:rPr lang="zh-CN" altLang="en-US" sz="3200" dirty="0">
                <a:solidFill>
                  <a:srgbClr val="C00000"/>
                </a:solidFill>
                <a:effectLst/>
                <a:latin typeface="微软雅黑" panose="020B0503020204020204" pitchFamily="34" charset="-122"/>
                <a:ea typeface="微软雅黑" panose="020B0503020204020204" pitchFamily="34" charset="-122"/>
              </a:rPr>
              <a:t>大三、大四：杰出</a:t>
            </a:r>
          </a:p>
        </p:txBody>
      </p:sp>
      <p:sp>
        <p:nvSpPr>
          <p:cNvPr id="2" name="灯片编号占位符 1">
            <a:extLst>
              <a:ext uri="{FF2B5EF4-FFF2-40B4-BE49-F238E27FC236}">
                <a16:creationId xmlns:a16="http://schemas.microsoft.com/office/drawing/2014/main" id="{DDCBB3D8-AE1A-4351-BDEB-2B350E4B0B05}"/>
              </a:ext>
            </a:extLst>
          </p:cNvPr>
          <p:cNvSpPr>
            <a:spLocks noGrp="1"/>
          </p:cNvSpPr>
          <p:nvPr>
            <p:ph type="sldNum" sz="quarter" idx="12"/>
          </p:nvPr>
        </p:nvSpPr>
        <p:spPr/>
        <p:txBody>
          <a:bodyPr vert="horz" lIns="91440" tIns="45720" rIns="91440" bIns="45720" rtlCol="0" anchor="ctr"/>
          <a:lstStyle/>
          <a:p>
            <a:fld id="{217794D7-36C4-4E93-AE7A-0CAF6AF174FC}" type="slidenum">
              <a:rPr lang="zh-CN" altLang="en-US" b="0" smtClean="0">
                <a:solidFill>
                  <a:schemeClr val="tx1"/>
                </a:solidFill>
              </a:rPr>
              <a:pPr/>
              <a:t>40</a:t>
            </a:fld>
            <a:endParaRPr lang="en-US" altLang="zh-CN" b="0" dirty="0">
              <a:solidFill>
                <a:schemeClr val="tx1"/>
              </a:solidFill>
            </a:endParaRPr>
          </a:p>
        </p:txBody>
      </p:sp>
      <p:sp>
        <p:nvSpPr>
          <p:cNvPr id="21" name="内容占位符 2"/>
          <p:cNvSpPr txBox="1">
            <a:spLocks/>
          </p:cNvSpPr>
          <p:nvPr/>
        </p:nvSpPr>
        <p:spPr>
          <a:xfrm>
            <a:off x="1056735" y="1596540"/>
            <a:ext cx="10275334" cy="4146448"/>
          </a:xfrm>
          <a:prstGeom prst="rect">
            <a:avLst/>
          </a:prstGeom>
        </p:spPr>
        <p:txBody>
          <a:bodyPr>
            <a:noAutofit/>
          </a:bodyPr>
          <a:lstStyle>
            <a:defPPr>
              <a:defRPr lang="en-US"/>
            </a:defPPr>
            <a:lvl1pPr marL="228600" indent="-228600" defTabSz="914400" eaLnBrk="1" fontAlgn="auto" latinLnBrk="0" hangingPunct="1">
              <a:lnSpc>
                <a:spcPct val="140000"/>
              </a:lnSpc>
              <a:spcBef>
                <a:spcPts val="0"/>
              </a:spcBef>
              <a:spcAft>
                <a:spcPts val="0"/>
              </a:spcAft>
              <a:buFont typeface="Wingdings" panose="05000000000000000000" pitchFamily="2" charset="2"/>
              <a:buChar char="Ø"/>
              <a:defRPr>
                <a:solidFill>
                  <a:schemeClr val="tx1"/>
                </a:solidFill>
                <a:latin typeface="微软雅黑" panose="020B0503020204020204" pitchFamily="34" charset="-122"/>
                <a:ea typeface="微软雅黑" panose="020B0503020204020204" pitchFamily="34" charset="-122"/>
                <a:cs typeface="+mn-cs"/>
              </a:defRPr>
            </a:lvl1pPr>
            <a:lvl2pPr marL="685800" indent="-228600" defTabSz="914400" eaLnBrk="1" latinLnBrk="0" hangingPunct="1">
              <a:lnSpc>
                <a:spcPct val="90000"/>
              </a:lnSpc>
              <a:spcBef>
                <a:spcPts val="500"/>
              </a:spcBef>
              <a:buFont typeface="Arial" panose="020B0604020202020204" pitchFamily="34" charset="0"/>
              <a:buChar char="•"/>
              <a:defRPr sz="2400">
                <a:solidFill>
                  <a:schemeClr val="tx1"/>
                </a:solidFill>
                <a:latin typeface="+mn-lt"/>
                <a:ea typeface="+mn-ea"/>
                <a:cs typeface="+mn-cs"/>
              </a:defRPr>
            </a:lvl2pPr>
            <a:lvl3pPr marL="1143000" indent="-228600" defTabSz="914400" eaLnBrk="1" latinLnBrk="0" hangingPunct="1">
              <a:lnSpc>
                <a:spcPct val="90000"/>
              </a:lnSpc>
              <a:spcBef>
                <a:spcPts val="500"/>
              </a:spcBef>
              <a:buFont typeface="Arial" panose="020B0604020202020204" pitchFamily="34" charset="0"/>
              <a:buChar char="•"/>
              <a:defRPr>
                <a:solidFill>
                  <a:schemeClr val="tx1"/>
                </a:solidFill>
                <a:latin typeface="+mn-lt"/>
                <a:ea typeface="+mn-ea"/>
                <a:cs typeface="+mn-cs"/>
              </a:defRPr>
            </a:lvl3pPr>
            <a:lvl4pPr marL="1600200" indent="-228600" defTabSz="914400" eaLnBrk="1" latinLnBrk="0" hangingPunct="1">
              <a:lnSpc>
                <a:spcPct val="90000"/>
              </a:lnSpc>
              <a:spcBef>
                <a:spcPts val="500"/>
              </a:spcBef>
              <a:buFont typeface="Arial" panose="020B0604020202020204" pitchFamily="34" charset="0"/>
              <a:buChar char="•"/>
              <a:defRPr sz="1800">
                <a:solidFill>
                  <a:schemeClr val="tx1"/>
                </a:solidFill>
                <a:latin typeface="+mn-lt"/>
                <a:ea typeface="+mn-ea"/>
                <a:cs typeface="+mn-cs"/>
              </a:defRPr>
            </a:lvl4pPr>
            <a:lvl5pPr marL="2057400" indent="-228600" defTabSz="914400" eaLnBrk="1" latinLnBrk="0" hangingPunct="1">
              <a:lnSpc>
                <a:spcPct val="90000"/>
              </a:lnSpc>
              <a:spcBef>
                <a:spcPts val="500"/>
              </a:spcBef>
              <a:buFont typeface="Arial" panose="020B0604020202020204" pitchFamily="34" charset="0"/>
              <a:buChar char="•"/>
              <a:defRPr sz="1800">
                <a:solidFill>
                  <a:schemeClr val="tx1"/>
                </a:solidFill>
                <a:latin typeface="+mn-lt"/>
                <a:ea typeface="+mn-ea"/>
                <a:cs typeface="+mn-cs"/>
              </a:defRPr>
            </a:lvl5pPr>
            <a:lvl6pPr marL="2514600" indent="-228600">
              <a:lnSpc>
                <a:spcPct val="90000"/>
              </a:lnSpc>
              <a:spcBef>
                <a:spcPts val="500"/>
              </a:spcBef>
              <a:buFont typeface="Arial" panose="020B0604020202020204" pitchFamily="34" charset="0"/>
              <a:buChar char="•"/>
              <a:defRPr sz="1800">
                <a:solidFill>
                  <a:schemeClr val="tx1"/>
                </a:solidFill>
                <a:latin typeface="+mn-lt"/>
                <a:ea typeface="+mn-ea"/>
                <a:cs typeface="+mn-cs"/>
              </a:defRPr>
            </a:lvl6pPr>
            <a:lvl7pPr marL="2971800" indent="-228600">
              <a:lnSpc>
                <a:spcPct val="90000"/>
              </a:lnSpc>
              <a:spcBef>
                <a:spcPts val="500"/>
              </a:spcBef>
              <a:buFont typeface="Arial" panose="020B0604020202020204" pitchFamily="34" charset="0"/>
              <a:buChar char="•"/>
              <a:defRPr sz="1800">
                <a:solidFill>
                  <a:schemeClr val="tx1"/>
                </a:solidFill>
                <a:latin typeface="+mn-lt"/>
                <a:ea typeface="+mn-ea"/>
                <a:cs typeface="+mn-cs"/>
              </a:defRPr>
            </a:lvl7pPr>
            <a:lvl8pPr marL="3429000" indent="-228600">
              <a:lnSpc>
                <a:spcPct val="90000"/>
              </a:lnSpc>
              <a:spcBef>
                <a:spcPts val="500"/>
              </a:spcBef>
              <a:buFont typeface="Arial" panose="020B0604020202020204" pitchFamily="34" charset="0"/>
              <a:buChar char="•"/>
              <a:defRPr sz="1800">
                <a:solidFill>
                  <a:schemeClr val="tx1"/>
                </a:solidFill>
                <a:latin typeface="+mn-lt"/>
                <a:ea typeface="+mn-ea"/>
                <a:cs typeface="+mn-cs"/>
              </a:defRPr>
            </a:lvl8pPr>
            <a:lvl9pPr marL="3886200" indent="-228600">
              <a:lnSpc>
                <a:spcPct val="90000"/>
              </a:lnSpc>
              <a:spcBef>
                <a:spcPts val="500"/>
              </a:spcBef>
              <a:buFont typeface="Arial" panose="020B0604020202020204" pitchFamily="34" charset="0"/>
              <a:buChar char="•"/>
              <a:defRPr sz="1800">
                <a:solidFill>
                  <a:schemeClr val="tx1"/>
                </a:solidFill>
                <a:latin typeface="+mn-lt"/>
                <a:ea typeface="+mn-ea"/>
                <a:cs typeface="+mn-cs"/>
              </a:defRPr>
            </a:lvl9pPr>
          </a:lstStyle>
          <a:p>
            <a:r>
              <a:rPr lang="zh-CN" altLang="en-US" sz="2800" dirty="0">
                <a:solidFill>
                  <a:srgbClr val="FF0000"/>
                </a:solidFill>
              </a:rPr>
              <a:t>大三上</a:t>
            </a:r>
            <a:r>
              <a:rPr lang="zh-CN" altLang="en-US" sz="2800" dirty="0"/>
              <a:t>：参加</a:t>
            </a:r>
            <a:r>
              <a:rPr lang="en-US" altLang="zh-CN" sz="2800" dirty="0"/>
              <a:t>ICPC</a:t>
            </a:r>
            <a:r>
              <a:rPr lang="zh-CN" altLang="en-US" sz="2800" dirty="0"/>
              <a:t>并获奖。</a:t>
            </a:r>
          </a:p>
          <a:p>
            <a:r>
              <a:rPr lang="zh-CN" altLang="en-US" sz="2800" dirty="0">
                <a:solidFill>
                  <a:srgbClr val="FF0000"/>
                </a:solidFill>
              </a:rPr>
              <a:t>大三、大四</a:t>
            </a:r>
            <a:r>
              <a:rPr lang="zh-CN" altLang="en-US" sz="2800" dirty="0"/>
              <a:t>：开始难题、综合题的学习，成为“编码大师”，得蓝桥杯国赛一等奖和</a:t>
            </a:r>
            <a:r>
              <a:rPr lang="en-US" altLang="zh-CN" sz="2800" dirty="0"/>
              <a:t>ICPC</a:t>
            </a:r>
            <a:r>
              <a:rPr lang="zh-CN" altLang="en-US" sz="2800" dirty="0"/>
              <a:t>、</a:t>
            </a:r>
            <a:r>
              <a:rPr lang="en-US" altLang="zh-CN" sz="2800" dirty="0"/>
              <a:t>CCPC</a:t>
            </a:r>
            <a:r>
              <a:rPr lang="zh-CN" altLang="en-US" sz="2800" dirty="0"/>
              <a:t>的金牌、银牌。</a:t>
            </a:r>
          </a:p>
        </p:txBody>
      </p:sp>
    </p:spTree>
    <p:extLst>
      <p:ext uri="{BB962C8B-B14F-4D97-AF65-F5344CB8AC3E}">
        <p14:creationId xmlns:p14="http://schemas.microsoft.com/office/powerpoint/2010/main" val="608033971"/>
      </p:ext>
    </p:extLst>
  </p:cSld>
  <p:clrMapOvr>
    <a:masterClrMapping/>
  </p:clrMapOvr>
  <mc:AlternateContent xmlns:mc="http://schemas.openxmlformats.org/markup-compatibility/2006" xmlns:p14="http://schemas.microsoft.com/office/powerpoint/2010/main">
    <mc:Choice Requires="p14">
      <p:transition spd="slow" p14:dur="2000" advTm="121494"/>
    </mc:Choice>
    <mc:Fallback xmlns="">
      <p:transition spd="slow" advTm="121494"/>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Rectangle 2"/>
          <p:cNvSpPr txBox="1">
            <a:spLocks noChangeArrowheads="1"/>
          </p:cNvSpPr>
          <p:nvPr/>
        </p:nvSpPr>
        <p:spPr>
          <a:xfrm>
            <a:off x="540282" y="109934"/>
            <a:ext cx="11147464" cy="583857"/>
          </a:xfrm>
          <a:prstGeom prst="rect">
            <a:avLst/>
          </a:prstGeom>
          <a:noFill/>
          <a:ln w="9525">
            <a:noFill/>
            <a:miter lim="800000"/>
          </a:ln>
        </p:spPr>
        <p:txBody>
          <a:bodyPr vert="horz" wrap="square" lIns="91440" tIns="45720" rIns="91440" bIns="45720" numCol="1" anchor="b" anchorCtr="0" compatLnSpc="1"/>
          <a:lstStyle>
            <a:defPPr>
              <a:defRPr lang="en-US"/>
            </a:defPPr>
            <a:lvl1pPr algn="ctr" eaLnBrk="0" hangingPunct="0">
              <a:defRPr sz="5000">
                <a:solidFill>
                  <a:srgbClr val="CC0000"/>
                </a:solidFill>
                <a:effectLst>
                  <a:outerShdw blurRad="38100" dist="38100" dir="2700000" algn="tl">
                    <a:srgbClr val="000000">
                      <a:alpha val="43137"/>
                    </a:srgbClr>
                  </a:outerShdw>
                </a:effectLst>
                <a:latin typeface="+mn-lt"/>
                <a:ea typeface="+mj-ea"/>
                <a:cs typeface="+mj-cs"/>
              </a:defRPr>
            </a:lvl1pPr>
            <a:lvl2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2pPr>
            <a:lvl3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3pPr>
            <a:lvl4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4pPr>
            <a:lvl5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5pPr>
            <a:lvl6pPr marL="4572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6pPr>
            <a:lvl7pPr marL="9144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7pPr>
            <a:lvl8pPr marL="13716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8pPr>
            <a:lvl9pPr marL="18288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9pPr>
          </a:lstStyle>
          <a:p>
            <a:pPr algn="l"/>
            <a:r>
              <a:rPr lang="zh-CN" altLang="en-US" sz="2800" dirty="0">
                <a:solidFill>
                  <a:srgbClr val="C00000"/>
                </a:solidFill>
                <a:effectLst/>
                <a:latin typeface="微软雅黑" panose="020B0503020204020204" pitchFamily="34" charset="-122"/>
                <a:ea typeface="微软雅黑" panose="020B0503020204020204" pitchFamily="34" charset="-122"/>
              </a:rPr>
              <a:t>初学者的进步</a:t>
            </a:r>
          </a:p>
        </p:txBody>
      </p:sp>
      <p:sp>
        <p:nvSpPr>
          <p:cNvPr id="2" name="灯片编号占位符 1">
            <a:extLst>
              <a:ext uri="{FF2B5EF4-FFF2-40B4-BE49-F238E27FC236}">
                <a16:creationId xmlns:a16="http://schemas.microsoft.com/office/drawing/2014/main" id="{DDCBB3D8-AE1A-4351-BDEB-2B350E4B0B05}"/>
              </a:ext>
            </a:extLst>
          </p:cNvPr>
          <p:cNvSpPr>
            <a:spLocks noGrp="1"/>
          </p:cNvSpPr>
          <p:nvPr>
            <p:ph type="sldNum" sz="quarter" idx="12"/>
          </p:nvPr>
        </p:nvSpPr>
        <p:spPr/>
        <p:txBody>
          <a:bodyPr vert="horz" lIns="91440" tIns="45720" rIns="91440" bIns="45720" rtlCol="0" anchor="ctr"/>
          <a:lstStyle/>
          <a:p>
            <a:fld id="{217794D7-36C4-4E93-AE7A-0CAF6AF174FC}" type="slidenum">
              <a:rPr lang="zh-CN" altLang="en-US" b="0" smtClean="0">
                <a:solidFill>
                  <a:schemeClr val="tx1"/>
                </a:solidFill>
              </a:rPr>
              <a:pPr/>
              <a:t>41</a:t>
            </a:fld>
            <a:endParaRPr lang="en-US" altLang="zh-CN" b="0" dirty="0">
              <a:solidFill>
                <a:schemeClr val="tx1"/>
              </a:solidFill>
            </a:endParaRPr>
          </a:p>
        </p:txBody>
      </p:sp>
      <p:sp>
        <p:nvSpPr>
          <p:cNvPr id="4" name="矩形 3"/>
          <p:cNvSpPr/>
          <p:nvPr/>
        </p:nvSpPr>
        <p:spPr>
          <a:xfrm>
            <a:off x="751324" y="833015"/>
            <a:ext cx="10536645" cy="5262979"/>
          </a:xfrm>
          <a:prstGeom prst="rect">
            <a:avLst/>
          </a:prstGeom>
        </p:spPr>
        <p:txBody>
          <a:bodyPr wrap="square">
            <a:spAutoFit/>
          </a:bodyPr>
          <a:lstStyle/>
          <a:p>
            <a:pPr marL="342900" marR="0" indent="-342900" algn="just">
              <a:lnSpc>
                <a:spcPct val="120000"/>
              </a:lnSpc>
              <a:spcBef>
                <a:spcPts val="0"/>
              </a:spcBef>
              <a:spcAft>
                <a:spcPts val="0"/>
              </a:spcAft>
              <a:buFont typeface="Wingdings" panose="05000000000000000000" pitchFamily="2" charset="2"/>
              <a:buChar char="Ø"/>
            </a:pPr>
            <a:r>
              <a:rPr lang="zh-CN" altLang="en-US" sz="2400" kern="2200" dirty="0">
                <a:solidFill>
                  <a:schemeClr val="tx1"/>
                </a:solidFill>
                <a:latin typeface="宋体" panose="02010600030101010101" pitchFamily="2" charset="-122"/>
                <a:ea typeface="宋体" panose="02010600030101010101" pitchFamily="2" charset="-122"/>
              </a:rPr>
              <a:t>初学者经过至少半年的学习后，如果能做出难度值</a:t>
            </a:r>
            <a:r>
              <a:rPr lang="en-US" altLang="zh-CN" sz="2400" kern="2200" dirty="0">
                <a:solidFill>
                  <a:schemeClr val="tx1"/>
                </a:solidFill>
                <a:latin typeface="Times New Roman" panose="02020603050405020304" pitchFamily="18" charset="0"/>
                <a:ea typeface="宋体" panose="02010600030101010101" pitchFamily="2" charset="-122"/>
              </a:rPr>
              <a:t>1~3</a:t>
            </a:r>
            <a:r>
              <a:rPr lang="zh-CN" altLang="en-US" sz="2400" kern="2200" dirty="0">
                <a:solidFill>
                  <a:schemeClr val="tx1"/>
                </a:solidFill>
                <a:latin typeface="宋体" panose="02010600030101010101" pitchFamily="2" charset="-122"/>
                <a:ea typeface="宋体" panose="02010600030101010101" pitchFamily="2" charset="-122"/>
              </a:rPr>
              <a:t>的题目，已经难能可贵，是同伴中的佼佼者了。</a:t>
            </a:r>
            <a:endParaRPr lang="zh-CN" altLang="en-US" sz="2400" kern="2200" dirty="0">
              <a:solidFill>
                <a:schemeClr val="tx1"/>
              </a:solidFill>
              <a:latin typeface="Times New Roman" panose="02020603050405020304" pitchFamily="18" charset="0"/>
              <a:ea typeface="宋体" panose="02010600030101010101" pitchFamily="2" charset="-122"/>
            </a:endParaRPr>
          </a:p>
          <a:p>
            <a:pPr marL="342900" marR="0" indent="-342900" algn="just">
              <a:lnSpc>
                <a:spcPct val="120000"/>
              </a:lnSpc>
              <a:spcBef>
                <a:spcPts val="0"/>
              </a:spcBef>
              <a:spcAft>
                <a:spcPts val="0"/>
              </a:spcAft>
              <a:buFont typeface="Wingdings" panose="05000000000000000000" pitchFamily="2" charset="2"/>
              <a:buChar char="Ø"/>
            </a:pPr>
            <a:r>
              <a:rPr lang="zh-CN" altLang="en-US" sz="2400" kern="2200" dirty="0">
                <a:solidFill>
                  <a:schemeClr val="tx1"/>
                </a:solidFill>
                <a:latin typeface="宋体" panose="02010600030101010101" pitchFamily="2" charset="-122"/>
                <a:ea typeface="宋体" panose="02010600030101010101" pitchFamily="2" charset="-122"/>
              </a:rPr>
              <a:t>初学者也能做中高级的题目。根据蓝桥杯的赛制，一道题可以得部分分数，而大多数中高级题目，可以用简单方法、简单知识点得</a:t>
            </a:r>
            <a:r>
              <a:rPr lang="en-US" altLang="zh-CN" sz="2400" kern="2200" dirty="0">
                <a:solidFill>
                  <a:schemeClr val="tx1"/>
                </a:solidFill>
                <a:latin typeface="Times New Roman" panose="02020603050405020304" pitchFamily="18" charset="0"/>
                <a:ea typeface="宋体" panose="02010600030101010101" pitchFamily="2" charset="-122"/>
              </a:rPr>
              <a:t>10%~30%</a:t>
            </a:r>
            <a:r>
              <a:rPr lang="zh-CN" altLang="en-US" sz="2400" kern="2200" dirty="0">
                <a:solidFill>
                  <a:schemeClr val="tx1"/>
                </a:solidFill>
                <a:latin typeface="宋体" panose="02010600030101010101" pitchFamily="2" charset="-122"/>
                <a:ea typeface="宋体" panose="02010600030101010101" pitchFamily="2" charset="-122"/>
              </a:rPr>
              <a:t>的分数。这些知识点几乎是必考：</a:t>
            </a:r>
            <a:endParaRPr lang="en-US" altLang="zh-CN" sz="2400" kern="2200" dirty="0">
              <a:solidFill>
                <a:schemeClr val="tx1"/>
              </a:solidFill>
              <a:latin typeface="宋体" panose="02010600030101010101" pitchFamily="2" charset="-122"/>
              <a:ea typeface="宋体" panose="02010600030101010101" pitchFamily="2" charset="-122"/>
            </a:endParaRPr>
          </a:p>
          <a:p>
            <a:pPr marR="0" algn="just">
              <a:lnSpc>
                <a:spcPct val="120000"/>
              </a:lnSpc>
              <a:spcBef>
                <a:spcPts val="0"/>
              </a:spcBef>
              <a:spcAft>
                <a:spcPts val="0"/>
              </a:spcAft>
            </a:pPr>
            <a:r>
              <a:rPr lang="zh-CN" altLang="en-US" kern="2200" dirty="0">
                <a:solidFill>
                  <a:srgbClr val="0070C0"/>
                </a:solidFill>
                <a:latin typeface="宋体" panose="02010600030101010101" pitchFamily="2" charset="-122"/>
                <a:ea typeface="宋体" panose="02010600030101010101" pitchFamily="2" charset="-122"/>
              </a:rPr>
              <a:t>（</a:t>
            </a:r>
            <a:r>
              <a:rPr lang="en-US" altLang="zh-CN" kern="2200" dirty="0">
                <a:solidFill>
                  <a:srgbClr val="0070C0"/>
                </a:solidFill>
                <a:latin typeface="Times New Roman" panose="02020603050405020304" pitchFamily="18" charset="0"/>
                <a:ea typeface="宋体" panose="02010600030101010101" pitchFamily="2" charset="-122"/>
              </a:rPr>
              <a:t>1</a:t>
            </a:r>
            <a:r>
              <a:rPr lang="zh-CN" altLang="en-US" kern="2200" dirty="0">
                <a:solidFill>
                  <a:srgbClr val="0070C0"/>
                </a:solidFill>
                <a:latin typeface="宋体" panose="02010600030101010101" pitchFamily="2" charset="-122"/>
                <a:ea typeface="宋体" panose="02010600030101010101" pitchFamily="2" charset="-122"/>
              </a:rPr>
              <a:t>）杂题。</a:t>
            </a:r>
            <a:r>
              <a:rPr lang="zh-CN" altLang="en-US" kern="2200" dirty="0">
                <a:solidFill>
                  <a:schemeClr val="tx1"/>
                </a:solidFill>
                <a:latin typeface="宋体" panose="02010600030101010101" pitchFamily="2" charset="-122"/>
                <a:ea typeface="宋体" panose="02010600030101010101" pitchFamily="2" charset="-122"/>
              </a:rPr>
              <a:t>不需要算法和数据结构，只需要逻辑、推理的题目，难度可难可易。考察思维能力和编码能力，只能通过大量做题来提高。</a:t>
            </a:r>
            <a:endParaRPr lang="zh-CN" altLang="en-US" kern="2200" dirty="0">
              <a:solidFill>
                <a:schemeClr val="tx1"/>
              </a:solidFill>
              <a:latin typeface="Times New Roman" panose="02020603050405020304" pitchFamily="18" charset="0"/>
              <a:ea typeface="宋体" panose="02010600030101010101" pitchFamily="2" charset="-122"/>
            </a:endParaRPr>
          </a:p>
          <a:p>
            <a:pPr marR="0" algn="just">
              <a:lnSpc>
                <a:spcPct val="120000"/>
              </a:lnSpc>
              <a:spcBef>
                <a:spcPts val="0"/>
              </a:spcBef>
              <a:spcAft>
                <a:spcPts val="0"/>
              </a:spcAft>
            </a:pPr>
            <a:r>
              <a:rPr lang="zh-CN" altLang="en-US" kern="2200" dirty="0">
                <a:solidFill>
                  <a:srgbClr val="0070C0"/>
                </a:solidFill>
                <a:latin typeface="宋体" panose="02010600030101010101" pitchFamily="2" charset="-122"/>
                <a:ea typeface="宋体" panose="02010600030101010101" pitchFamily="2" charset="-122"/>
              </a:rPr>
              <a:t>（</a:t>
            </a:r>
            <a:r>
              <a:rPr lang="en-US" altLang="zh-CN" kern="2200" dirty="0">
                <a:solidFill>
                  <a:srgbClr val="0070C0"/>
                </a:solidFill>
                <a:latin typeface="Times New Roman" panose="02020603050405020304" pitchFamily="18" charset="0"/>
                <a:ea typeface="宋体" panose="02010600030101010101" pitchFamily="2" charset="-122"/>
              </a:rPr>
              <a:t>2</a:t>
            </a:r>
            <a:r>
              <a:rPr lang="zh-CN" altLang="en-US" kern="2200" dirty="0">
                <a:solidFill>
                  <a:srgbClr val="0070C0"/>
                </a:solidFill>
                <a:latin typeface="宋体" panose="02010600030101010101" pitchFamily="2" charset="-122"/>
                <a:ea typeface="宋体" panose="02010600030101010101" pitchFamily="2" charset="-122"/>
              </a:rPr>
              <a:t>）</a:t>
            </a:r>
            <a:r>
              <a:rPr lang="en-US" altLang="zh-CN" kern="2200" dirty="0">
                <a:solidFill>
                  <a:srgbClr val="0070C0"/>
                </a:solidFill>
                <a:latin typeface="Times New Roman" panose="02020603050405020304" pitchFamily="18" charset="0"/>
                <a:ea typeface="宋体" panose="02010600030101010101" pitchFamily="2" charset="-122"/>
              </a:rPr>
              <a:t>BFS</a:t>
            </a:r>
            <a:r>
              <a:rPr lang="zh-CN" altLang="en-US" kern="2200" dirty="0">
                <a:solidFill>
                  <a:srgbClr val="0070C0"/>
                </a:solidFill>
                <a:latin typeface="宋体" panose="02010600030101010101" pitchFamily="2" charset="-122"/>
                <a:ea typeface="宋体" panose="02010600030101010101" pitchFamily="2" charset="-122"/>
              </a:rPr>
              <a:t>搜索和</a:t>
            </a:r>
            <a:r>
              <a:rPr lang="en-US" altLang="zh-CN" kern="2200" dirty="0">
                <a:solidFill>
                  <a:srgbClr val="0070C0"/>
                </a:solidFill>
                <a:latin typeface="Times New Roman" panose="02020603050405020304" pitchFamily="18" charset="0"/>
                <a:ea typeface="宋体" panose="02010600030101010101" pitchFamily="2" charset="-122"/>
              </a:rPr>
              <a:t>DFS</a:t>
            </a:r>
            <a:r>
              <a:rPr lang="zh-CN" altLang="en-US" kern="2200" dirty="0">
                <a:solidFill>
                  <a:srgbClr val="0070C0"/>
                </a:solidFill>
                <a:latin typeface="宋体" panose="02010600030101010101" pitchFamily="2" charset="-122"/>
                <a:ea typeface="宋体" panose="02010600030101010101" pitchFamily="2" charset="-122"/>
              </a:rPr>
              <a:t>搜索</a:t>
            </a:r>
            <a:r>
              <a:rPr lang="zh-CN" altLang="en-US" kern="2200" dirty="0">
                <a:solidFill>
                  <a:schemeClr val="tx1"/>
                </a:solidFill>
                <a:latin typeface="宋体" panose="02010600030101010101" pitchFamily="2" charset="-122"/>
                <a:ea typeface="宋体" panose="02010600030101010101" pitchFamily="2" charset="-122"/>
              </a:rPr>
              <a:t>，也就是暴力搜索。这是非常基本的算法，是基础中的基础。</a:t>
            </a:r>
            <a:endParaRPr lang="zh-CN" altLang="en-US" kern="2200" dirty="0">
              <a:solidFill>
                <a:schemeClr val="tx1"/>
              </a:solidFill>
              <a:latin typeface="Times New Roman" panose="02020603050405020304" pitchFamily="18" charset="0"/>
              <a:ea typeface="宋体" panose="02010600030101010101" pitchFamily="2" charset="-122"/>
            </a:endParaRPr>
          </a:p>
          <a:p>
            <a:pPr marR="0" algn="just">
              <a:lnSpc>
                <a:spcPct val="120000"/>
              </a:lnSpc>
              <a:spcBef>
                <a:spcPts val="0"/>
              </a:spcBef>
              <a:spcAft>
                <a:spcPts val="0"/>
              </a:spcAft>
            </a:pPr>
            <a:r>
              <a:rPr lang="zh-CN" altLang="en-US" kern="2200" dirty="0">
                <a:solidFill>
                  <a:srgbClr val="0070C0"/>
                </a:solidFill>
                <a:latin typeface="宋体" panose="02010600030101010101" pitchFamily="2" charset="-122"/>
                <a:ea typeface="宋体" panose="02010600030101010101" pitchFamily="2" charset="-122"/>
              </a:rPr>
              <a:t>（</a:t>
            </a:r>
            <a:r>
              <a:rPr lang="en-US" altLang="zh-CN" kern="2200" dirty="0">
                <a:solidFill>
                  <a:srgbClr val="0070C0"/>
                </a:solidFill>
                <a:latin typeface="Times New Roman" panose="02020603050405020304" pitchFamily="18" charset="0"/>
                <a:ea typeface="宋体" panose="02010600030101010101" pitchFamily="2" charset="-122"/>
              </a:rPr>
              <a:t>3</a:t>
            </a:r>
            <a:r>
              <a:rPr lang="zh-CN" altLang="en-US" kern="2200" dirty="0">
                <a:solidFill>
                  <a:srgbClr val="0070C0"/>
                </a:solidFill>
                <a:latin typeface="宋体" panose="02010600030101010101" pitchFamily="2" charset="-122"/>
                <a:ea typeface="宋体" panose="02010600030101010101" pitchFamily="2" charset="-122"/>
              </a:rPr>
              <a:t>）动态规划</a:t>
            </a:r>
            <a:r>
              <a:rPr lang="zh-CN" altLang="en-US" kern="2200" dirty="0">
                <a:solidFill>
                  <a:schemeClr val="tx1"/>
                </a:solidFill>
                <a:latin typeface="宋体" panose="02010600030101010101" pitchFamily="2" charset="-122"/>
                <a:ea typeface="宋体" panose="02010600030101010101" pitchFamily="2" charset="-122"/>
              </a:rPr>
              <a:t>。线性</a:t>
            </a:r>
            <a:r>
              <a:rPr lang="en-US" altLang="zh-CN" kern="2200" dirty="0">
                <a:solidFill>
                  <a:schemeClr val="tx1"/>
                </a:solidFill>
                <a:latin typeface="Times New Roman" panose="02020603050405020304" pitchFamily="18" charset="0"/>
                <a:ea typeface="宋体" panose="02010600030101010101" pitchFamily="2" charset="-122"/>
              </a:rPr>
              <a:t>DP</a:t>
            </a:r>
            <a:r>
              <a:rPr lang="zh-CN" altLang="en-US" kern="2200" dirty="0">
                <a:solidFill>
                  <a:schemeClr val="tx1"/>
                </a:solidFill>
                <a:latin typeface="宋体" panose="02010600030101010101" pitchFamily="2" charset="-122"/>
                <a:ea typeface="宋体" panose="02010600030101010101" pitchFamily="2" charset="-122"/>
              </a:rPr>
              <a:t>，以及一些</a:t>
            </a:r>
            <a:r>
              <a:rPr lang="en-US" altLang="zh-CN" kern="2200" dirty="0">
                <a:solidFill>
                  <a:schemeClr val="tx1"/>
                </a:solidFill>
                <a:latin typeface="Times New Roman" panose="02020603050405020304" pitchFamily="18" charset="0"/>
                <a:ea typeface="宋体" panose="02010600030101010101" pitchFamily="2" charset="-122"/>
              </a:rPr>
              <a:t>DP</a:t>
            </a:r>
            <a:r>
              <a:rPr lang="zh-CN" altLang="en-US" kern="2200" dirty="0">
                <a:solidFill>
                  <a:schemeClr val="tx1"/>
                </a:solidFill>
                <a:latin typeface="宋体" panose="02010600030101010101" pitchFamily="2" charset="-122"/>
                <a:ea typeface="宋体" panose="02010600030101010101" pitchFamily="2" charset="-122"/>
              </a:rPr>
              <a:t>应用，例如状态压缩</a:t>
            </a:r>
            <a:r>
              <a:rPr lang="en-US" altLang="zh-CN" kern="2200" dirty="0">
                <a:solidFill>
                  <a:schemeClr val="tx1"/>
                </a:solidFill>
                <a:latin typeface="Times New Roman" panose="02020603050405020304" pitchFamily="18" charset="0"/>
                <a:ea typeface="宋体" panose="02010600030101010101" pitchFamily="2" charset="-122"/>
              </a:rPr>
              <a:t>DP</a:t>
            </a:r>
            <a:r>
              <a:rPr lang="zh-CN" altLang="en-US" kern="2200" dirty="0">
                <a:solidFill>
                  <a:schemeClr val="tx1"/>
                </a:solidFill>
                <a:latin typeface="宋体" panose="02010600030101010101" pitchFamily="2" charset="-122"/>
                <a:ea typeface="宋体" panose="02010600030101010101" pitchFamily="2" charset="-122"/>
              </a:rPr>
              <a:t>、树形</a:t>
            </a:r>
            <a:r>
              <a:rPr lang="en-US" altLang="zh-CN" kern="2200" dirty="0">
                <a:solidFill>
                  <a:schemeClr val="tx1"/>
                </a:solidFill>
                <a:latin typeface="Times New Roman" panose="02020603050405020304" pitchFamily="18" charset="0"/>
                <a:ea typeface="宋体" panose="02010600030101010101" pitchFamily="2" charset="-122"/>
              </a:rPr>
              <a:t>DP</a:t>
            </a:r>
            <a:r>
              <a:rPr lang="zh-CN" altLang="en-US" kern="2200" dirty="0">
                <a:solidFill>
                  <a:schemeClr val="tx1"/>
                </a:solidFill>
                <a:latin typeface="宋体" panose="02010600030101010101" pitchFamily="2" charset="-122"/>
                <a:ea typeface="宋体" panose="02010600030101010101" pitchFamily="2" charset="-122"/>
              </a:rPr>
              <a:t>等。</a:t>
            </a:r>
            <a:endParaRPr lang="zh-CN" altLang="en-US" kern="2200" dirty="0">
              <a:solidFill>
                <a:schemeClr val="tx1"/>
              </a:solidFill>
              <a:latin typeface="Times New Roman" panose="02020603050405020304" pitchFamily="18" charset="0"/>
              <a:ea typeface="宋体" panose="02010600030101010101" pitchFamily="2" charset="-122"/>
            </a:endParaRPr>
          </a:p>
          <a:p>
            <a:pPr marR="0" algn="just">
              <a:lnSpc>
                <a:spcPct val="120000"/>
              </a:lnSpc>
              <a:spcBef>
                <a:spcPts val="0"/>
              </a:spcBef>
              <a:spcAft>
                <a:spcPts val="0"/>
              </a:spcAft>
            </a:pPr>
            <a:r>
              <a:rPr lang="zh-CN" altLang="en-US" kern="2200" dirty="0">
                <a:solidFill>
                  <a:srgbClr val="0070C0"/>
                </a:solidFill>
                <a:latin typeface="宋体" panose="02010600030101010101" pitchFamily="2" charset="-122"/>
                <a:ea typeface="宋体" panose="02010600030101010101" pitchFamily="2" charset="-122"/>
              </a:rPr>
              <a:t>（</a:t>
            </a:r>
            <a:r>
              <a:rPr lang="en-US" altLang="zh-CN" kern="2200" dirty="0">
                <a:solidFill>
                  <a:srgbClr val="0070C0"/>
                </a:solidFill>
                <a:latin typeface="Times New Roman" panose="02020603050405020304" pitchFamily="18" charset="0"/>
                <a:ea typeface="宋体" panose="02010600030101010101" pitchFamily="2" charset="-122"/>
              </a:rPr>
              <a:t>4</a:t>
            </a:r>
            <a:r>
              <a:rPr lang="zh-CN" altLang="en-US" kern="2200" dirty="0">
                <a:solidFill>
                  <a:srgbClr val="0070C0"/>
                </a:solidFill>
                <a:latin typeface="宋体" panose="02010600030101010101" pitchFamily="2" charset="-122"/>
                <a:ea typeface="宋体" panose="02010600030101010101" pitchFamily="2" charset="-122"/>
              </a:rPr>
              <a:t>）简单数学</a:t>
            </a:r>
            <a:r>
              <a:rPr lang="zh-CN" altLang="en-US" kern="2200" dirty="0">
                <a:solidFill>
                  <a:schemeClr val="tx1"/>
                </a:solidFill>
                <a:latin typeface="宋体" panose="02010600030101010101" pitchFamily="2" charset="-122"/>
                <a:ea typeface="宋体" panose="02010600030101010101" pitchFamily="2" charset="-122"/>
              </a:rPr>
              <a:t>。简单数论、几何题、简单概率论。</a:t>
            </a:r>
            <a:endParaRPr lang="zh-CN" altLang="en-US" kern="2200" dirty="0">
              <a:solidFill>
                <a:schemeClr val="tx1"/>
              </a:solidFill>
              <a:latin typeface="Times New Roman" panose="02020603050405020304" pitchFamily="18" charset="0"/>
              <a:ea typeface="宋体" panose="02010600030101010101" pitchFamily="2" charset="-122"/>
            </a:endParaRPr>
          </a:p>
          <a:p>
            <a:pPr marR="0" algn="just">
              <a:lnSpc>
                <a:spcPct val="120000"/>
              </a:lnSpc>
              <a:spcBef>
                <a:spcPts val="0"/>
              </a:spcBef>
              <a:spcAft>
                <a:spcPts val="0"/>
              </a:spcAft>
            </a:pPr>
            <a:r>
              <a:rPr lang="zh-CN" altLang="en-US" kern="2200" dirty="0">
                <a:solidFill>
                  <a:srgbClr val="0070C0"/>
                </a:solidFill>
                <a:latin typeface="宋体" panose="02010600030101010101" pitchFamily="2" charset="-122"/>
                <a:ea typeface="宋体" panose="02010600030101010101" pitchFamily="2" charset="-122"/>
              </a:rPr>
              <a:t>（</a:t>
            </a:r>
            <a:r>
              <a:rPr lang="en-US" altLang="zh-CN" kern="2200" dirty="0">
                <a:solidFill>
                  <a:srgbClr val="0070C0"/>
                </a:solidFill>
                <a:latin typeface="Times New Roman" panose="02020603050405020304" pitchFamily="18" charset="0"/>
                <a:ea typeface="宋体" panose="02010600030101010101" pitchFamily="2" charset="-122"/>
              </a:rPr>
              <a:t>5</a:t>
            </a:r>
            <a:r>
              <a:rPr lang="zh-CN" altLang="en-US" kern="2200" dirty="0">
                <a:solidFill>
                  <a:srgbClr val="0070C0"/>
                </a:solidFill>
                <a:latin typeface="宋体" panose="02010600030101010101" pitchFamily="2" charset="-122"/>
                <a:ea typeface="宋体" panose="02010600030101010101" pitchFamily="2" charset="-122"/>
              </a:rPr>
              <a:t>）简单的字符串处理、输入输出。</a:t>
            </a:r>
            <a:endParaRPr lang="zh-CN" altLang="en-US" kern="2200" dirty="0">
              <a:solidFill>
                <a:srgbClr val="0070C0"/>
              </a:solidFill>
              <a:latin typeface="Times New Roman" panose="02020603050405020304" pitchFamily="18" charset="0"/>
              <a:ea typeface="宋体" panose="02010600030101010101" pitchFamily="2" charset="-122"/>
            </a:endParaRPr>
          </a:p>
          <a:p>
            <a:pPr marR="0" algn="just">
              <a:lnSpc>
                <a:spcPct val="120000"/>
              </a:lnSpc>
              <a:spcBef>
                <a:spcPts val="0"/>
              </a:spcBef>
              <a:spcAft>
                <a:spcPts val="0"/>
              </a:spcAft>
            </a:pPr>
            <a:r>
              <a:rPr lang="zh-CN" altLang="en-US" kern="2200" dirty="0">
                <a:solidFill>
                  <a:srgbClr val="0070C0"/>
                </a:solidFill>
                <a:latin typeface="宋体" panose="02010600030101010101" pitchFamily="2" charset="-122"/>
                <a:ea typeface="宋体" panose="02010600030101010101" pitchFamily="2" charset="-122"/>
              </a:rPr>
              <a:t>（</a:t>
            </a:r>
            <a:r>
              <a:rPr lang="en-US" altLang="zh-CN" kern="2200" dirty="0">
                <a:solidFill>
                  <a:srgbClr val="0070C0"/>
                </a:solidFill>
                <a:latin typeface="Times New Roman" panose="02020603050405020304" pitchFamily="18" charset="0"/>
                <a:ea typeface="宋体" panose="02010600030101010101" pitchFamily="2" charset="-122"/>
              </a:rPr>
              <a:t>6</a:t>
            </a:r>
            <a:r>
              <a:rPr lang="zh-CN" altLang="en-US" kern="2200" dirty="0">
                <a:solidFill>
                  <a:srgbClr val="0070C0"/>
                </a:solidFill>
                <a:latin typeface="宋体" panose="02010600030101010101" pitchFamily="2" charset="-122"/>
                <a:ea typeface="宋体" panose="02010600030101010101" pitchFamily="2" charset="-122"/>
              </a:rPr>
              <a:t>）基本算法</a:t>
            </a:r>
            <a:r>
              <a:rPr lang="zh-CN" altLang="en-US" kern="2200" dirty="0">
                <a:solidFill>
                  <a:schemeClr val="tx1"/>
                </a:solidFill>
                <a:latin typeface="宋体" panose="02010600030101010101" pitchFamily="2" charset="-122"/>
                <a:ea typeface="宋体" panose="02010600030101010101" pitchFamily="2" charset="-122"/>
              </a:rPr>
              <a:t>，例如排序、排列、二分、前缀和、贪心。</a:t>
            </a:r>
            <a:endParaRPr lang="zh-CN" altLang="en-US" kern="2200" dirty="0">
              <a:solidFill>
                <a:schemeClr val="tx1"/>
              </a:solidFill>
              <a:latin typeface="Times New Roman" panose="02020603050405020304" pitchFamily="18" charset="0"/>
              <a:ea typeface="宋体" panose="02010600030101010101" pitchFamily="2" charset="-122"/>
            </a:endParaRPr>
          </a:p>
          <a:p>
            <a:pPr marR="0" algn="just">
              <a:lnSpc>
                <a:spcPct val="120000"/>
              </a:lnSpc>
              <a:spcBef>
                <a:spcPts val="0"/>
              </a:spcBef>
              <a:spcAft>
                <a:spcPts val="0"/>
              </a:spcAft>
            </a:pPr>
            <a:r>
              <a:rPr lang="zh-CN" altLang="en-US" kern="2200" dirty="0">
                <a:solidFill>
                  <a:srgbClr val="0070C0"/>
                </a:solidFill>
                <a:latin typeface="宋体" panose="02010600030101010101" pitchFamily="2" charset="-122"/>
                <a:ea typeface="宋体" panose="02010600030101010101" pitchFamily="2" charset="-122"/>
              </a:rPr>
              <a:t>（</a:t>
            </a:r>
            <a:r>
              <a:rPr lang="en-US" altLang="zh-CN" kern="2200" dirty="0">
                <a:solidFill>
                  <a:srgbClr val="0070C0"/>
                </a:solidFill>
                <a:latin typeface="Times New Roman" panose="02020603050405020304" pitchFamily="18" charset="0"/>
                <a:ea typeface="宋体" panose="02010600030101010101" pitchFamily="2" charset="-122"/>
              </a:rPr>
              <a:t>7</a:t>
            </a:r>
            <a:r>
              <a:rPr lang="zh-CN" altLang="en-US" kern="2200" dirty="0">
                <a:solidFill>
                  <a:srgbClr val="0070C0"/>
                </a:solidFill>
                <a:latin typeface="宋体" panose="02010600030101010101" pitchFamily="2" charset="-122"/>
                <a:ea typeface="宋体" panose="02010600030101010101" pitchFamily="2" charset="-122"/>
              </a:rPr>
              <a:t>）基本数据结构</a:t>
            </a:r>
            <a:r>
              <a:rPr lang="zh-CN" altLang="en-US" kern="2200" dirty="0">
                <a:solidFill>
                  <a:schemeClr val="tx1"/>
                </a:solidFill>
                <a:latin typeface="宋体" panose="02010600030101010101" pitchFamily="2" charset="-122"/>
                <a:ea typeface="宋体" panose="02010600030101010101" pitchFamily="2" charset="-122"/>
              </a:rPr>
              <a:t>。队列、栈、链表、二叉树等。</a:t>
            </a:r>
            <a:endParaRPr lang="zh-CN" altLang="en-US" kern="2200" dirty="0">
              <a:solidFill>
                <a:schemeClr val="tx1"/>
              </a:solidFill>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583698455"/>
      </p:ext>
    </p:extLst>
  </p:cSld>
  <p:clrMapOvr>
    <a:masterClrMapping/>
  </p:clrMapOvr>
  <mc:AlternateContent xmlns:mc="http://schemas.openxmlformats.org/markup-compatibility/2006" xmlns:p14="http://schemas.microsoft.com/office/powerpoint/2010/main">
    <mc:Choice Requires="p14">
      <p:transition spd="slow" p14:dur="2000" advTm="23096"/>
    </mc:Choice>
    <mc:Fallback xmlns="">
      <p:transition spd="slow" advTm="23096"/>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Rectangle 2"/>
          <p:cNvSpPr txBox="1">
            <a:spLocks noChangeArrowheads="1"/>
          </p:cNvSpPr>
          <p:nvPr/>
        </p:nvSpPr>
        <p:spPr>
          <a:xfrm>
            <a:off x="681165" y="401863"/>
            <a:ext cx="10454100" cy="886502"/>
          </a:xfrm>
          <a:prstGeom prst="rect">
            <a:avLst/>
          </a:prstGeom>
          <a:noFill/>
          <a:ln w="9525">
            <a:noFill/>
            <a:miter lim="800000"/>
          </a:ln>
        </p:spPr>
        <p:txBody>
          <a:bodyPr vert="horz" wrap="square" lIns="91440" tIns="45720" rIns="91440" bIns="45720" numCol="1" anchor="b" anchorCtr="0" compatLnSpc="1"/>
          <a:lstStyle>
            <a:defPPr>
              <a:defRPr lang="en-US"/>
            </a:defPPr>
            <a:lvl1pPr algn="ctr" eaLnBrk="0" hangingPunct="0">
              <a:defRPr sz="5000">
                <a:solidFill>
                  <a:srgbClr val="CC0000"/>
                </a:solidFill>
                <a:effectLst>
                  <a:outerShdw blurRad="38100" dist="38100" dir="2700000" algn="tl">
                    <a:srgbClr val="000000">
                      <a:alpha val="43137"/>
                    </a:srgbClr>
                  </a:outerShdw>
                </a:effectLst>
                <a:latin typeface="+mn-lt"/>
                <a:ea typeface="+mj-ea"/>
                <a:cs typeface="+mj-cs"/>
              </a:defRPr>
            </a:lvl1pPr>
            <a:lvl2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2pPr>
            <a:lvl3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3pPr>
            <a:lvl4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4pPr>
            <a:lvl5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5pPr>
            <a:lvl6pPr marL="4572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6pPr>
            <a:lvl7pPr marL="9144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7pPr>
            <a:lvl8pPr marL="13716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8pPr>
            <a:lvl9pPr marL="18288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9pPr>
          </a:lstStyle>
          <a:p>
            <a:pPr algn="l"/>
            <a:r>
              <a:rPr lang="zh-CN" altLang="en-US" sz="3200" dirty="0">
                <a:solidFill>
                  <a:srgbClr val="C00000"/>
                </a:solidFill>
                <a:effectLst/>
                <a:latin typeface="微软雅黑" panose="020B0503020204020204" pitchFamily="34" charset="-122"/>
                <a:ea typeface="微软雅黑" panose="020B0503020204020204" pitchFamily="34" charset="-122"/>
              </a:rPr>
              <a:t>快速进步的技巧或方法</a:t>
            </a:r>
            <a:r>
              <a:rPr lang="en-US" altLang="zh-CN" sz="3200" dirty="0">
                <a:solidFill>
                  <a:srgbClr val="C00000"/>
                </a:solidFill>
                <a:effectLst/>
                <a:latin typeface="微软雅黑" panose="020B0503020204020204" pitchFamily="34" charset="-122"/>
                <a:ea typeface="微软雅黑" panose="020B0503020204020204" pitchFamily="34" charset="-122"/>
              </a:rPr>
              <a:t>?</a:t>
            </a:r>
            <a:endParaRPr lang="zh-CN" altLang="en-US" sz="3200" dirty="0">
              <a:solidFill>
                <a:srgbClr val="C00000"/>
              </a:solidFill>
              <a:effectLst/>
              <a:latin typeface="微软雅黑" panose="020B0503020204020204" pitchFamily="34" charset="-122"/>
              <a:ea typeface="微软雅黑" panose="020B0503020204020204" pitchFamily="34" charset="-122"/>
            </a:endParaRPr>
          </a:p>
        </p:txBody>
      </p:sp>
      <p:sp>
        <p:nvSpPr>
          <p:cNvPr id="2" name="灯片编号占位符 1">
            <a:extLst>
              <a:ext uri="{FF2B5EF4-FFF2-40B4-BE49-F238E27FC236}">
                <a16:creationId xmlns:a16="http://schemas.microsoft.com/office/drawing/2014/main" id="{DDCBB3D8-AE1A-4351-BDEB-2B350E4B0B05}"/>
              </a:ext>
            </a:extLst>
          </p:cNvPr>
          <p:cNvSpPr>
            <a:spLocks noGrp="1"/>
          </p:cNvSpPr>
          <p:nvPr>
            <p:ph type="sldNum" sz="quarter" idx="12"/>
          </p:nvPr>
        </p:nvSpPr>
        <p:spPr/>
        <p:txBody>
          <a:bodyPr vert="horz" lIns="91440" tIns="45720" rIns="91440" bIns="45720" rtlCol="0" anchor="ctr"/>
          <a:lstStyle/>
          <a:p>
            <a:fld id="{217794D7-36C4-4E93-AE7A-0CAF6AF174FC}" type="slidenum">
              <a:rPr lang="zh-CN" altLang="en-US" b="0" smtClean="0">
                <a:solidFill>
                  <a:schemeClr val="tx1"/>
                </a:solidFill>
              </a:rPr>
              <a:pPr/>
              <a:t>42</a:t>
            </a:fld>
            <a:endParaRPr lang="en-US" altLang="zh-CN" b="0" dirty="0">
              <a:solidFill>
                <a:schemeClr val="tx1"/>
              </a:solidFill>
            </a:endParaRPr>
          </a:p>
        </p:txBody>
      </p:sp>
      <p:sp>
        <p:nvSpPr>
          <p:cNvPr id="21" name="内容占位符 2"/>
          <p:cNvSpPr txBox="1">
            <a:spLocks/>
          </p:cNvSpPr>
          <p:nvPr/>
        </p:nvSpPr>
        <p:spPr>
          <a:xfrm>
            <a:off x="1056735" y="1596540"/>
            <a:ext cx="10275334" cy="4146448"/>
          </a:xfrm>
          <a:prstGeom prst="rect">
            <a:avLst/>
          </a:prstGeom>
        </p:spPr>
        <p:txBody>
          <a:bodyPr>
            <a:noAutofit/>
          </a:bodyPr>
          <a:lstStyle>
            <a:defPPr>
              <a:defRPr lang="en-US"/>
            </a:defPPr>
            <a:lvl1pPr marL="228600" indent="-228600" defTabSz="914400" eaLnBrk="1" fontAlgn="auto" latinLnBrk="0" hangingPunct="1">
              <a:lnSpc>
                <a:spcPct val="140000"/>
              </a:lnSpc>
              <a:spcBef>
                <a:spcPts val="0"/>
              </a:spcBef>
              <a:spcAft>
                <a:spcPts val="0"/>
              </a:spcAft>
              <a:buFont typeface="Wingdings" panose="05000000000000000000" pitchFamily="2" charset="2"/>
              <a:buChar char="Ø"/>
              <a:defRPr>
                <a:solidFill>
                  <a:schemeClr val="tx1"/>
                </a:solidFill>
                <a:latin typeface="微软雅黑" panose="020B0503020204020204" pitchFamily="34" charset="-122"/>
                <a:ea typeface="微软雅黑" panose="020B0503020204020204" pitchFamily="34" charset="-122"/>
                <a:cs typeface="+mn-cs"/>
              </a:defRPr>
            </a:lvl1pPr>
            <a:lvl2pPr marL="685800" indent="-228600" defTabSz="914400" eaLnBrk="1" latinLnBrk="0" hangingPunct="1">
              <a:lnSpc>
                <a:spcPct val="90000"/>
              </a:lnSpc>
              <a:spcBef>
                <a:spcPts val="500"/>
              </a:spcBef>
              <a:buFont typeface="Arial" panose="020B0604020202020204" pitchFamily="34" charset="0"/>
              <a:buChar char="•"/>
              <a:defRPr sz="2400">
                <a:solidFill>
                  <a:schemeClr val="tx1"/>
                </a:solidFill>
                <a:latin typeface="+mn-lt"/>
                <a:ea typeface="+mn-ea"/>
                <a:cs typeface="+mn-cs"/>
              </a:defRPr>
            </a:lvl2pPr>
            <a:lvl3pPr marL="1143000" indent="-228600" defTabSz="914400" eaLnBrk="1" latinLnBrk="0" hangingPunct="1">
              <a:lnSpc>
                <a:spcPct val="90000"/>
              </a:lnSpc>
              <a:spcBef>
                <a:spcPts val="500"/>
              </a:spcBef>
              <a:buFont typeface="Arial" panose="020B0604020202020204" pitchFamily="34" charset="0"/>
              <a:buChar char="•"/>
              <a:defRPr>
                <a:solidFill>
                  <a:schemeClr val="tx1"/>
                </a:solidFill>
                <a:latin typeface="+mn-lt"/>
                <a:ea typeface="+mn-ea"/>
                <a:cs typeface="+mn-cs"/>
              </a:defRPr>
            </a:lvl3pPr>
            <a:lvl4pPr marL="1600200" indent="-228600" defTabSz="914400" eaLnBrk="1" latinLnBrk="0" hangingPunct="1">
              <a:lnSpc>
                <a:spcPct val="90000"/>
              </a:lnSpc>
              <a:spcBef>
                <a:spcPts val="500"/>
              </a:spcBef>
              <a:buFont typeface="Arial" panose="020B0604020202020204" pitchFamily="34" charset="0"/>
              <a:buChar char="•"/>
              <a:defRPr sz="1800">
                <a:solidFill>
                  <a:schemeClr val="tx1"/>
                </a:solidFill>
                <a:latin typeface="+mn-lt"/>
                <a:ea typeface="+mn-ea"/>
                <a:cs typeface="+mn-cs"/>
              </a:defRPr>
            </a:lvl4pPr>
            <a:lvl5pPr marL="2057400" indent="-228600" defTabSz="914400" eaLnBrk="1" latinLnBrk="0" hangingPunct="1">
              <a:lnSpc>
                <a:spcPct val="90000"/>
              </a:lnSpc>
              <a:spcBef>
                <a:spcPts val="500"/>
              </a:spcBef>
              <a:buFont typeface="Arial" panose="020B0604020202020204" pitchFamily="34" charset="0"/>
              <a:buChar char="•"/>
              <a:defRPr sz="1800">
                <a:solidFill>
                  <a:schemeClr val="tx1"/>
                </a:solidFill>
                <a:latin typeface="+mn-lt"/>
                <a:ea typeface="+mn-ea"/>
                <a:cs typeface="+mn-cs"/>
              </a:defRPr>
            </a:lvl5pPr>
            <a:lvl6pPr marL="2514600" indent="-228600">
              <a:lnSpc>
                <a:spcPct val="90000"/>
              </a:lnSpc>
              <a:spcBef>
                <a:spcPts val="500"/>
              </a:spcBef>
              <a:buFont typeface="Arial" panose="020B0604020202020204" pitchFamily="34" charset="0"/>
              <a:buChar char="•"/>
              <a:defRPr sz="1800">
                <a:solidFill>
                  <a:schemeClr val="tx1"/>
                </a:solidFill>
                <a:latin typeface="+mn-lt"/>
                <a:ea typeface="+mn-ea"/>
                <a:cs typeface="+mn-cs"/>
              </a:defRPr>
            </a:lvl6pPr>
            <a:lvl7pPr marL="2971800" indent="-228600">
              <a:lnSpc>
                <a:spcPct val="90000"/>
              </a:lnSpc>
              <a:spcBef>
                <a:spcPts val="500"/>
              </a:spcBef>
              <a:buFont typeface="Arial" panose="020B0604020202020204" pitchFamily="34" charset="0"/>
              <a:buChar char="•"/>
              <a:defRPr sz="1800">
                <a:solidFill>
                  <a:schemeClr val="tx1"/>
                </a:solidFill>
                <a:latin typeface="+mn-lt"/>
                <a:ea typeface="+mn-ea"/>
                <a:cs typeface="+mn-cs"/>
              </a:defRPr>
            </a:lvl7pPr>
            <a:lvl8pPr marL="3429000" indent="-228600">
              <a:lnSpc>
                <a:spcPct val="90000"/>
              </a:lnSpc>
              <a:spcBef>
                <a:spcPts val="500"/>
              </a:spcBef>
              <a:buFont typeface="Arial" panose="020B0604020202020204" pitchFamily="34" charset="0"/>
              <a:buChar char="•"/>
              <a:defRPr sz="1800">
                <a:solidFill>
                  <a:schemeClr val="tx1"/>
                </a:solidFill>
                <a:latin typeface="+mn-lt"/>
                <a:ea typeface="+mn-ea"/>
                <a:cs typeface="+mn-cs"/>
              </a:defRPr>
            </a:lvl8pPr>
            <a:lvl9pPr marL="3886200" indent="-228600">
              <a:lnSpc>
                <a:spcPct val="90000"/>
              </a:lnSpc>
              <a:spcBef>
                <a:spcPts val="500"/>
              </a:spcBef>
              <a:buFont typeface="Arial" panose="020B0604020202020204" pitchFamily="34" charset="0"/>
              <a:buChar char="•"/>
              <a:defRPr sz="1800">
                <a:solidFill>
                  <a:schemeClr val="tx1"/>
                </a:solidFill>
                <a:latin typeface="+mn-lt"/>
                <a:ea typeface="+mn-ea"/>
                <a:cs typeface="+mn-cs"/>
              </a:defRPr>
            </a:lvl9pPr>
          </a:lstStyle>
          <a:p>
            <a:pPr marL="0" indent="0">
              <a:buNone/>
            </a:pPr>
            <a:r>
              <a:rPr lang="zh-CN" altLang="en-US" sz="2400" dirty="0"/>
              <a:t>（</a:t>
            </a:r>
            <a:r>
              <a:rPr lang="en-US" altLang="zh-CN" sz="2400" dirty="0"/>
              <a:t>1</a:t>
            </a:r>
            <a:r>
              <a:rPr lang="zh-CN" altLang="en-US" sz="2400" dirty="0"/>
              <a:t>）刷题，也就是大量做编程题。</a:t>
            </a:r>
            <a:endParaRPr lang="en-US" altLang="zh-CN" sz="2400" dirty="0"/>
          </a:p>
          <a:p>
            <a:pPr marL="0" indent="0">
              <a:buNone/>
            </a:pPr>
            <a:r>
              <a:rPr lang="en-US" altLang="zh-CN" sz="2400" dirty="0"/>
              <a:t>   </a:t>
            </a:r>
            <a:r>
              <a:rPr lang="zh-CN" altLang="en-US" sz="2400" dirty="0"/>
              <a:t>这是最重要的一条，得奖与否，全靠刷题！</a:t>
            </a:r>
            <a:endParaRPr lang="en-US" altLang="zh-CN" sz="2400" dirty="0"/>
          </a:p>
          <a:p>
            <a:pPr marL="0" indent="0">
              <a:buNone/>
            </a:pPr>
            <a:r>
              <a:rPr lang="zh-CN" altLang="en-US" sz="2400" dirty="0"/>
              <a:t>   算法竞赛是理论和实践的结合。只看书学理论，做题不够，就是纸上谈兵。</a:t>
            </a:r>
            <a:endParaRPr lang="en-US" altLang="zh-CN" sz="2400" dirty="0"/>
          </a:p>
          <a:p>
            <a:pPr marL="0" indent="0">
              <a:buNone/>
            </a:pPr>
            <a:r>
              <a:rPr lang="en-US" altLang="zh-CN" sz="2400" dirty="0"/>
              <a:t>   </a:t>
            </a:r>
            <a:r>
              <a:rPr lang="zh-CN" altLang="en-US" sz="2400" dirty="0"/>
              <a:t>平时的学习中，看书看资料学知识点约占</a:t>
            </a:r>
            <a:r>
              <a:rPr lang="en-US" altLang="zh-CN" sz="2400" dirty="0"/>
              <a:t>5%</a:t>
            </a:r>
            <a:r>
              <a:rPr lang="zh-CN" altLang="en-US" sz="2400" dirty="0"/>
              <a:t>的时间，做题和思考占</a:t>
            </a:r>
            <a:r>
              <a:rPr lang="en-US" altLang="zh-CN" sz="2400" dirty="0"/>
              <a:t>95%</a:t>
            </a:r>
            <a:r>
              <a:rPr lang="zh-CN" altLang="en-US" sz="2400" dirty="0"/>
              <a:t>的时间。</a:t>
            </a:r>
          </a:p>
        </p:txBody>
      </p:sp>
    </p:spTree>
    <p:extLst>
      <p:ext uri="{BB962C8B-B14F-4D97-AF65-F5344CB8AC3E}">
        <p14:creationId xmlns:p14="http://schemas.microsoft.com/office/powerpoint/2010/main" val="2402707793"/>
      </p:ext>
    </p:extLst>
  </p:cSld>
  <p:clrMapOvr>
    <a:masterClrMapping/>
  </p:clrMapOvr>
  <mc:AlternateContent xmlns:mc="http://schemas.openxmlformats.org/markup-compatibility/2006" xmlns:p14="http://schemas.microsoft.com/office/powerpoint/2010/main">
    <mc:Choice Requires="p14">
      <p:transition spd="slow" p14:dur="2000" advTm="121494"/>
    </mc:Choice>
    <mc:Fallback xmlns="">
      <p:transition spd="slow" advTm="121494"/>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DDCBB3D8-AE1A-4351-BDEB-2B350E4B0B05}"/>
              </a:ext>
            </a:extLst>
          </p:cNvPr>
          <p:cNvSpPr>
            <a:spLocks noGrp="1"/>
          </p:cNvSpPr>
          <p:nvPr>
            <p:ph type="sldNum" sz="quarter" idx="12"/>
          </p:nvPr>
        </p:nvSpPr>
        <p:spPr/>
        <p:txBody>
          <a:bodyPr vert="horz" lIns="91440" tIns="45720" rIns="91440" bIns="45720" rtlCol="0" anchor="ctr"/>
          <a:lstStyle/>
          <a:p>
            <a:fld id="{217794D7-36C4-4E93-AE7A-0CAF6AF174FC}" type="slidenum">
              <a:rPr lang="zh-CN" altLang="en-US" b="0" smtClean="0">
                <a:solidFill>
                  <a:schemeClr val="tx1"/>
                </a:solidFill>
              </a:rPr>
              <a:pPr/>
              <a:t>43</a:t>
            </a:fld>
            <a:endParaRPr lang="en-US" altLang="zh-CN" b="0" dirty="0">
              <a:solidFill>
                <a:schemeClr val="tx1"/>
              </a:solidFill>
            </a:endParaRPr>
          </a:p>
        </p:txBody>
      </p:sp>
      <p:sp>
        <p:nvSpPr>
          <p:cNvPr id="21" name="内容占位符 2"/>
          <p:cNvSpPr txBox="1">
            <a:spLocks/>
          </p:cNvSpPr>
          <p:nvPr/>
        </p:nvSpPr>
        <p:spPr>
          <a:xfrm>
            <a:off x="751325" y="374900"/>
            <a:ext cx="10275334" cy="5802790"/>
          </a:xfrm>
          <a:prstGeom prst="rect">
            <a:avLst/>
          </a:prstGeom>
        </p:spPr>
        <p:txBody>
          <a:bodyPr>
            <a:noAutofit/>
          </a:bodyPr>
          <a:lstStyle>
            <a:defPPr>
              <a:defRPr lang="en-US"/>
            </a:defPPr>
            <a:lvl1pPr marL="228600" indent="-228600" defTabSz="914400" eaLnBrk="1" fontAlgn="auto" latinLnBrk="0" hangingPunct="1">
              <a:lnSpc>
                <a:spcPct val="140000"/>
              </a:lnSpc>
              <a:spcBef>
                <a:spcPts val="0"/>
              </a:spcBef>
              <a:spcAft>
                <a:spcPts val="0"/>
              </a:spcAft>
              <a:buFont typeface="Wingdings" panose="05000000000000000000" pitchFamily="2" charset="2"/>
              <a:buChar char="Ø"/>
              <a:defRPr>
                <a:solidFill>
                  <a:schemeClr val="tx1"/>
                </a:solidFill>
                <a:latin typeface="微软雅黑" panose="020B0503020204020204" pitchFamily="34" charset="-122"/>
                <a:ea typeface="微软雅黑" panose="020B0503020204020204" pitchFamily="34" charset="-122"/>
                <a:cs typeface="+mn-cs"/>
              </a:defRPr>
            </a:lvl1pPr>
            <a:lvl2pPr marL="685800" indent="-228600" defTabSz="914400" eaLnBrk="1" latinLnBrk="0" hangingPunct="1">
              <a:lnSpc>
                <a:spcPct val="90000"/>
              </a:lnSpc>
              <a:spcBef>
                <a:spcPts val="500"/>
              </a:spcBef>
              <a:buFont typeface="Arial" panose="020B0604020202020204" pitchFamily="34" charset="0"/>
              <a:buChar char="•"/>
              <a:defRPr sz="2400">
                <a:solidFill>
                  <a:schemeClr val="tx1"/>
                </a:solidFill>
                <a:latin typeface="+mn-lt"/>
                <a:ea typeface="+mn-ea"/>
                <a:cs typeface="+mn-cs"/>
              </a:defRPr>
            </a:lvl2pPr>
            <a:lvl3pPr marL="1143000" indent="-228600" defTabSz="914400" eaLnBrk="1" latinLnBrk="0" hangingPunct="1">
              <a:lnSpc>
                <a:spcPct val="90000"/>
              </a:lnSpc>
              <a:spcBef>
                <a:spcPts val="500"/>
              </a:spcBef>
              <a:buFont typeface="Arial" panose="020B0604020202020204" pitchFamily="34" charset="0"/>
              <a:buChar char="•"/>
              <a:defRPr>
                <a:solidFill>
                  <a:schemeClr val="tx1"/>
                </a:solidFill>
                <a:latin typeface="+mn-lt"/>
                <a:ea typeface="+mn-ea"/>
                <a:cs typeface="+mn-cs"/>
              </a:defRPr>
            </a:lvl3pPr>
            <a:lvl4pPr marL="1600200" indent="-228600" defTabSz="914400" eaLnBrk="1" latinLnBrk="0" hangingPunct="1">
              <a:lnSpc>
                <a:spcPct val="90000"/>
              </a:lnSpc>
              <a:spcBef>
                <a:spcPts val="500"/>
              </a:spcBef>
              <a:buFont typeface="Arial" panose="020B0604020202020204" pitchFamily="34" charset="0"/>
              <a:buChar char="•"/>
              <a:defRPr sz="1800">
                <a:solidFill>
                  <a:schemeClr val="tx1"/>
                </a:solidFill>
                <a:latin typeface="+mn-lt"/>
                <a:ea typeface="+mn-ea"/>
                <a:cs typeface="+mn-cs"/>
              </a:defRPr>
            </a:lvl4pPr>
            <a:lvl5pPr marL="2057400" indent="-228600" defTabSz="914400" eaLnBrk="1" latinLnBrk="0" hangingPunct="1">
              <a:lnSpc>
                <a:spcPct val="90000"/>
              </a:lnSpc>
              <a:spcBef>
                <a:spcPts val="500"/>
              </a:spcBef>
              <a:buFont typeface="Arial" panose="020B0604020202020204" pitchFamily="34" charset="0"/>
              <a:buChar char="•"/>
              <a:defRPr sz="1800">
                <a:solidFill>
                  <a:schemeClr val="tx1"/>
                </a:solidFill>
                <a:latin typeface="+mn-lt"/>
                <a:ea typeface="+mn-ea"/>
                <a:cs typeface="+mn-cs"/>
              </a:defRPr>
            </a:lvl5pPr>
            <a:lvl6pPr marL="2514600" indent="-228600">
              <a:lnSpc>
                <a:spcPct val="90000"/>
              </a:lnSpc>
              <a:spcBef>
                <a:spcPts val="500"/>
              </a:spcBef>
              <a:buFont typeface="Arial" panose="020B0604020202020204" pitchFamily="34" charset="0"/>
              <a:buChar char="•"/>
              <a:defRPr sz="1800">
                <a:solidFill>
                  <a:schemeClr val="tx1"/>
                </a:solidFill>
                <a:latin typeface="+mn-lt"/>
                <a:ea typeface="+mn-ea"/>
                <a:cs typeface="+mn-cs"/>
              </a:defRPr>
            </a:lvl6pPr>
            <a:lvl7pPr marL="2971800" indent="-228600">
              <a:lnSpc>
                <a:spcPct val="90000"/>
              </a:lnSpc>
              <a:spcBef>
                <a:spcPts val="500"/>
              </a:spcBef>
              <a:buFont typeface="Arial" panose="020B0604020202020204" pitchFamily="34" charset="0"/>
              <a:buChar char="•"/>
              <a:defRPr sz="1800">
                <a:solidFill>
                  <a:schemeClr val="tx1"/>
                </a:solidFill>
                <a:latin typeface="+mn-lt"/>
                <a:ea typeface="+mn-ea"/>
                <a:cs typeface="+mn-cs"/>
              </a:defRPr>
            </a:lvl7pPr>
            <a:lvl8pPr marL="3429000" indent="-228600">
              <a:lnSpc>
                <a:spcPct val="90000"/>
              </a:lnSpc>
              <a:spcBef>
                <a:spcPts val="500"/>
              </a:spcBef>
              <a:buFont typeface="Arial" panose="020B0604020202020204" pitchFamily="34" charset="0"/>
              <a:buChar char="•"/>
              <a:defRPr sz="1800">
                <a:solidFill>
                  <a:schemeClr val="tx1"/>
                </a:solidFill>
                <a:latin typeface="+mn-lt"/>
                <a:ea typeface="+mn-ea"/>
                <a:cs typeface="+mn-cs"/>
              </a:defRPr>
            </a:lvl8pPr>
            <a:lvl9pPr marL="3886200" indent="-228600">
              <a:lnSpc>
                <a:spcPct val="90000"/>
              </a:lnSpc>
              <a:spcBef>
                <a:spcPts val="500"/>
              </a:spcBef>
              <a:buFont typeface="Arial" panose="020B0604020202020204" pitchFamily="34" charset="0"/>
              <a:buChar char="•"/>
              <a:defRPr sz="1800">
                <a:solidFill>
                  <a:schemeClr val="tx1"/>
                </a:solidFill>
                <a:latin typeface="+mn-lt"/>
                <a:ea typeface="+mn-ea"/>
                <a:cs typeface="+mn-cs"/>
              </a:defRPr>
            </a:lvl9pPr>
          </a:lstStyle>
          <a:p>
            <a:pPr marL="0" indent="0">
              <a:buNone/>
            </a:pPr>
            <a:r>
              <a:rPr lang="zh-CN" altLang="en-US" sz="2400" dirty="0">
                <a:solidFill>
                  <a:srgbClr val="0070C0"/>
                </a:solidFill>
              </a:rPr>
              <a:t>（</a:t>
            </a:r>
            <a:r>
              <a:rPr lang="en-US" altLang="zh-CN" sz="2400" dirty="0">
                <a:solidFill>
                  <a:srgbClr val="0070C0"/>
                </a:solidFill>
              </a:rPr>
              <a:t>2</a:t>
            </a:r>
            <a:r>
              <a:rPr lang="zh-CN" altLang="en-US" sz="2400" dirty="0">
                <a:solidFill>
                  <a:srgbClr val="0070C0"/>
                </a:solidFill>
              </a:rPr>
              <a:t>）熟练使用键盘</a:t>
            </a:r>
            <a:r>
              <a:rPr lang="zh-CN" altLang="en-US" sz="2400" dirty="0"/>
              <a:t>，打字越快越好。手指有机械记忆，要做到绝对的盲打，脑海中想到什么代码，手指立刻能打出来。对于程序员来说，还要特别练习数字和标点符号，因为代码中有大量的“</a:t>
            </a:r>
            <a:r>
              <a:rPr lang="en-US" altLang="zh-CN" sz="2400" dirty="0"/>
              <a:t>0123456789~!@#%^&amp;*()-={}[]|\;,.&lt;&gt;?/”</a:t>
            </a:r>
            <a:r>
              <a:rPr lang="zh-CN" altLang="en-US" sz="2400" dirty="0"/>
              <a:t> 。</a:t>
            </a:r>
          </a:p>
          <a:p>
            <a:pPr marL="0" indent="0">
              <a:buNone/>
            </a:pPr>
            <a:r>
              <a:rPr lang="zh-CN" altLang="en-US" sz="2400" dirty="0">
                <a:solidFill>
                  <a:srgbClr val="0070C0"/>
                </a:solidFill>
              </a:rPr>
              <a:t>（</a:t>
            </a:r>
            <a:r>
              <a:rPr lang="en-US" altLang="zh-CN" sz="2400" dirty="0">
                <a:solidFill>
                  <a:srgbClr val="0070C0"/>
                </a:solidFill>
              </a:rPr>
              <a:t>3</a:t>
            </a:r>
            <a:r>
              <a:rPr lang="zh-CN" altLang="en-US" sz="2400" dirty="0">
                <a:solidFill>
                  <a:srgbClr val="0070C0"/>
                </a:solidFill>
              </a:rPr>
              <a:t>）精通编程语言</a:t>
            </a:r>
            <a:r>
              <a:rPr lang="zh-CN" altLang="en-US" sz="2400" dirty="0"/>
              <a:t>。在做题时注意积累编程经验，争取每天收获</a:t>
            </a:r>
            <a:r>
              <a:rPr lang="en-US" altLang="zh-CN" sz="2400" dirty="0"/>
              <a:t>10</a:t>
            </a:r>
            <a:r>
              <a:rPr lang="zh-CN" altLang="en-US" sz="2400" dirty="0"/>
              <a:t>多个编程小经验。半年后能做到一次写对长度大于</a:t>
            </a:r>
            <a:r>
              <a:rPr lang="en-US" altLang="zh-CN" sz="2400" dirty="0"/>
              <a:t>20</a:t>
            </a:r>
            <a:r>
              <a:rPr lang="zh-CN" altLang="en-US" sz="2400" dirty="0"/>
              <a:t>行的代码，没有语法和逻辑错误。</a:t>
            </a:r>
          </a:p>
          <a:p>
            <a:pPr marL="0" indent="0">
              <a:buNone/>
            </a:pPr>
            <a:r>
              <a:rPr lang="zh-CN" altLang="en-US" sz="2400" dirty="0">
                <a:solidFill>
                  <a:srgbClr val="0070C0"/>
                </a:solidFill>
              </a:rPr>
              <a:t>（</a:t>
            </a:r>
            <a:r>
              <a:rPr lang="en-US" altLang="zh-CN" sz="2400" dirty="0">
                <a:solidFill>
                  <a:srgbClr val="0070C0"/>
                </a:solidFill>
              </a:rPr>
              <a:t>4</a:t>
            </a:r>
            <a:r>
              <a:rPr lang="zh-CN" altLang="en-US" sz="2400" dirty="0">
                <a:solidFill>
                  <a:srgbClr val="0070C0"/>
                </a:solidFill>
              </a:rPr>
              <a:t>）做题时勤做算法分析</a:t>
            </a:r>
            <a:r>
              <a:rPr lang="zh-CN" altLang="en-US" sz="2400" dirty="0"/>
              <a:t>。一道题可能有多种解题方案，这些方案各有优劣，通过算法分析，选择合适的方案。</a:t>
            </a:r>
          </a:p>
          <a:p>
            <a:pPr marL="0" indent="0">
              <a:buNone/>
            </a:pPr>
            <a:r>
              <a:rPr lang="zh-CN" altLang="en-US" sz="2400" dirty="0">
                <a:solidFill>
                  <a:srgbClr val="0070C0"/>
                </a:solidFill>
              </a:rPr>
              <a:t>（</a:t>
            </a:r>
            <a:r>
              <a:rPr lang="en-US" altLang="zh-CN" sz="2400" dirty="0">
                <a:solidFill>
                  <a:srgbClr val="0070C0"/>
                </a:solidFill>
              </a:rPr>
              <a:t>5</a:t>
            </a:r>
            <a:r>
              <a:rPr lang="zh-CN" altLang="en-US" sz="2400" dirty="0">
                <a:solidFill>
                  <a:srgbClr val="0070C0"/>
                </a:solidFill>
              </a:rPr>
              <a:t>）和队友一起学习。</a:t>
            </a:r>
            <a:r>
              <a:rPr lang="zh-CN" altLang="en-US" sz="2400" dirty="0"/>
              <a:t>找到志同道合、积极努力的队友，一起看知识点、一起做题、互相检查代码、构造测试，使进步速度增加一倍。</a:t>
            </a:r>
          </a:p>
        </p:txBody>
      </p:sp>
    </p:spTree>
    <p:extLst>
      <p:ext uri="{BB962C8B-B14F-4D97-AF65-F5344CB8AC3E}">
        <p14:creationId xmlns:p14="http://schemas.microsoft.com/office/powerpoint/2010/main" val="2763439693"/>
      </p:ext>
    </p:extLst>
  </p:cSld>
  <p:clrMapOvr>
    <a:masterClrMapping/>
  </p:clrMapOvr>
  <mc:AlternateContent xmlns:mc="http://schemas.openxmlformats.org/markup-compatibility/2006" xmlns:p14="http://schemas.microsoft.com/office/powerpoint/2010/main">
    <mc:Choice Requires="p14">
      <p:transition spd="slow" p14:dur="2000" advTm="121494"/>
    </mc:Choice>
    <mc:Fallback xmlns="">
      <p:transition spd="slow" advTm="121494"/>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751325" y="527605"/>
            <a:ext cx="10515600" cy="704968"/>
          </a:xfrm>
          <a:noFill/>
          <a:ln w="9525">
            <a:noFill/>
            <a:miter lim="800000"/>
          </a:ln>
        </p:spPr>
        <p:txBody>
          <a:bodyPr vert="horz" wrap="square" lIns="91440" tIns="45720" rIns="91440" bIns="45720" numCol="1" anchor="b" anchorCtr="0" compatLnSpc="1"/>
          <a:lstStyle/>
          <a:p>
            <a:pPr eaLnBrk="0" fontAlgn="base" hangingPunct="0">
              <a:spcAft>
                <a:spcPct val="0"/>
              </a:spcAft>
            </a:pPr>
            <a:r>
              <a:rPr lang="zh-CN" altLang="en-US" sz="3200" b="1" dirty="0">
                <a:solidFill>
                  <a:srgbClr val="C00000"/>
                </a:solidFill>
                <a:latin typeface="微软雅黑" panose="020B0503020204020204" pitchFamily="34" charset="-122"/>
                <a:ea typeface="微软雅黑" panose="020B0503020204020204" pitchFamily="34" charset="-122"/>
              </a:rPr>
              <a:t>复杂度分析</a:t>
            </a:r>
          </a:p>
        </p:txBody>
      </p:sp>
      <p:sp>
        <p:nvSpPr>
          <p:cNvPr id="11" name="内容占位符 2"/>
          <p:cNvSpPr>
            <a:spLocks noGrp="1"/>
          </p:cNvSpPr>
          <p:nvPr>
            <p:ph idx="1"/>
          </p:nvPr>
        </p:nvSpPr>
        <p:spPr>
          <a:xfrm>
            <a:off x="1056735" y="1596540"/>
            <a:ext cx="8070850" cy="4114800"/>
          </a:xfrm>
          <a:ln/>
        </p:spPr>
        <p:txBody>
          <a:bodyPr vert="horz" wrap="square" lIns="91440" tIns="45720" rIns="91440" bIns="45720" rtlCol="0" anchor="t" anchorCtr="0">
            <a:normAutofit/>
          </a:bodyPr>
          <a:lstStyle/>
          <a:p>
            <a:pPr marL="0" indent="0">
              <a:lnSpc>
                <a:spcPct val="150000"/>
              </a:lnSpc>
              <a:spcBef>
                <a:spcPts val="0"/>
              </a:spcBef>
              <a:buNone/>
            </a:pPr>
            <a:r>
              <a:rPr lang="zh-CN" altLang="zh-CN" sz="2400" b="1" dirty="0">
                <a:latin typeface="微软雅黑" panose="020B0503020204020204" pitchFamily="34" charset="-122"/>
                <a:ea typeface="微软雅黑" panose="020B0503020204020204" pitchFamily="34" charset="-122"/>
              </a:rPr>
              <a:t>程序运行时需要的资源有两种</a:t>
            </a:r>
            <a:endParaRPr lang="en-US" altLang="zh-CN" sz="2400" b="1" dirty="0">
              <a:latin typeface="微软雅黑" panose="020B0503020204020204" pitchFamily="34" charset="-122"/>
              <a:ea typeface="微软雅黑" panose="020B0503020204020204" pitchFamily="34" charset="-122"/>
            </a:endParaRPr>
          </a:p>
          <a:p>
            <a:pPr lvl="1">
              <a:lnSpc>
                <a:spcPct val="150000"/>
              </a:lnSpc>
              <a:spcBef>
                <a:spcPts val="0"/>
              </a:spcBef>
            </a:pPr>
            <a:r>
              <a:rPr lang="zh-CN" altLang="zh-CN" b="1" dirty="0">
                <a:latin typeface="微软雅黑" panose="020B0503020204020204" pitchFamily="34" charset="-122"/>
                <a:ea typeface="微软雅黑" panose="020B0503020204020204" pitchFamily="34" charset="-122"/>
              </a:rPr>
              <a:t>时间：程序运行需要的时间。</a:t>
            </a:r>
          </a:p>
          <a:p>
            <a:pPr lvl="1">
              <a:lnSpc>
                <a:spcPct val="150000"/>
              </a:lnSpc>
              <a:spcBef>
                <a:spcPts val="0"/>
              </a:spcBef>
            </a:pPr>
            <a:r>
              <a:rPr lang="zh-CN" altLang="zh-CN" b="1" dirty="0">
                <a:latin typeface="微软雅黑" panose="020B0503020204020204" pitchFamily="34" charset="-122"/>
                <a:ea typeface="微软雅黑" panose="020B0503020204020204" pitchFamily="34" charset="-122"/>
              </a:rPr>
              <a:t>空间：程序运行需要的存储空间。</a:t>
            </a:r>
            <a:endParaRPr lang="en-US" altLang="zh-CN" b="1" dirty="0">
              <a:latin typeface="微软雅黑" panose="020B0503020204020204" pitchFamily="34" charset="-122"/>
              <a:ea typeface="微软雅黑" panose="020B0503020204020204" pitchFamily="34" charset="-122"/>
            </a:endParaRPr>
          </a:p>
          <a:p>
            <a:pPr>
              <a:lnSpc>
                <a:spcPct val="150000"/>
              </a:lnSpc>
              <a:spcBef>
                <a:spcPts val="0"/>
              </a:spcBef>
            </a:pPr>
            <a:endParaRPr lang="en-US" altLang="zh-CN" sz="2400" b="1" dirty="0">
              <a:latin typeface="微软雅黑" panose="020B0503020204020204" pitchFamily="34" charset="-122"/>
              <a:ea typeface="微软雅黑" panose="020B0503020204020204" pitchFamily="34" charset="-122"/>
            </a:endParaRPr>
          </a:p>
          <a:p>
            <a:pPr lvl="2">
              <a:lnSpc>
                <a:spcPct val="150000"/>
              </a:lnSpc>
              <a:spcBef>
                <a:spcPts val="0"/>
              </a:spcBef>
              <a:buFont typeface="Wingdings" panose="05000000000000000000" pitchFamily="2" charset="2"/>
              <a:buChar char="ü"/>
            </a:pPr>
            <a:r>
              <a:rPr lang="zh-CN" altLang="en-US" sz="2400" b="1" dirty="0">
                <a:solidFill>
                  <a:srgbClr val="0070C0"/>
                </a:solidFill>
                <a:latin typeface="微软雅黑" panose="020B0503020204020204" pitchFamily="34" charset="-122"/>
                <a:ea typeface="微软雅黑" panose="020B0503020204020204" pitchFamily="34" charset="-122"/>
              </a:rPr>
              <a:t>资源是有限的</a:t>
            </a:r>
            <a:endParaRPr lang="zh-CN" altLang="zh-CN" sz="2400" b="1" dirty="0">
              <a:solidFill>
                <a:srgbClr val="0070C0"/>
              </a:solidFill>
              <a:latin typeface="微软雅黑" panose="020B0503020204020204" pitchFamily="34" charset="-122"/>
              <a:ea typeface="微软雅黑" panose="020B0503020204020204" pitchFamily="34" charset="-122"/>
            </a:endParaRPr>
          </a:p>
          <a:p>
            <a:pPr>
              <a:lnSpc>
                <a:spcPct val="150000"/>
              </a:lnSpc>
              <a:spcBef>
                <a:spcPts val="0"/>
              </a:spcBef>
            </a:pPr>
            <a:endParaRPr lang="zh-CN" altLang="en-US" sz="2400" b="1" dirty="0">
              <a:latin typeface="微软雅黑" panose="020B0503020204020204" pitchFamily="34" charset="-122"/>
              <a:ea typeface="微软雅黑" panose="020B0503020204020204" pitchFamily="34" charset="-122"/>
            </a:endParaRPr>
          </a:p>
        </p:txBody>
      </p:sp>
      <p:sp>
        <p:nvSpPr>
          <p:cNvPr id="3" name="文本框 2">
            <a:extLst>
              <a:ext uri="{FF2B5EF4-FFF2-40B4-BE49-F238E27FC236}">
                <a16:creationId xmlns:a16="http://schemas.microsoft.com/office/drawing/2014/main" id="{A15819A6-5CF5-AFB3-B113-05C5AA53E4BA}"/>
              </a:ext>
            </a:extLst>
          </p:cNvPr>
          <p:cNvSpPr txBox="1"/>
          <p:nvPr/>
        </p:nvSpPr>
        <p:spPr>
          <a:xfrm>
            <a:off x="456343" y="4650640"/>
            <a:ext cx="11442447" cy="1422954"/>
          </a:xfrm>
          <a:prstGeom prst="rect">
            <a:avLst/>
          </a:prstGeom>
          <a:noFill/>
        </p:spPr>
        <p:txBody>
          <a:bodyPr wrap="square">
            <a:spAutoFit/>
          </a:bodyPr>
          <a:lstStyle/>
          <a:p>
            <a:pPr>
              <a:lnSpc>
                <a:spcPct val="150000"/>
              </a:lnSpc>
              <a:spcBef>
                <a:spcPts val="0"/>
              </a:spcBef>
              <a:buFont typeface="Wingdings" panose="05000000000000000000" pitchFamily="2" charset="2"/>
              <a:buChar char="Ø"/>
            </a:pPr>
            <a:r>
              <a:rPr lang="zh-CN" altLang="en-US" sz="2000" b="1" dirty="0">
                <a:solidFill>
                  <a:schemeClr val="tx1"/>
                </a:solidFill>
                <a:latin typeface="微软雅黑" panose="020B0503020204020204" pitchFamily="34" charset="-122"/>
                <a:ea typeface="微软雅黑" panose="020B0503020204020204" pitchFamily="34" charset="-122"/>
              </a:rPr>
              <a:t>程序必须在限定的时间和空间内运行结束。</a:t>
            </a:r>
            <a:endParaRPr lang="en-US" altLang="zh-CN" sz="2000" b="1" dirty="0">
              <a:solidFill>
                <a:schemeClr val="tx1"/>
              </a:solidFill>
              <a:latin typeface="微软雅黑" panose="020B0503020204020204" pitchFamily="34" charset="-122"/>
              <a:ea typeface="微软雅黑" panose="020B0503020204020204" pitchFamily="34" charset="-122"/>
            </a:endParaRPr>
          </a:p>
          <a:p>
            <a:pPr>
              <a:lnSpc>
                <a:spcPct val="150000"/>
              </a:lnSpc>
              <a:spcBef>
                <a:spcPts val="0"/>
              </a:spcBef>
              <a:buFont typeface="Wingdings" panose="05000000000000000000" pitchFamily="2" charset="2"/>
              <a:buChar char="Ø"/>
            </a:pPr>
            <a:endParaRPr lang="zh-CN" altLang="en-US" sz="2000" b="1" dirty="0">
              <a:solidFill>
                <a:schemeClr val="tx1"/>
              </a:solidFill>
              <a:latin typeface="微软雅黑" panose="020B0503020204020204" pitchFamily="34" charset="-122"/>
              <a:ea typeface="微软雅黑" panose="020B0503020204020204" pitchFamily="34" charset="-122"/>
            </a:endParaRPr>
          </a:p>
          <a:p>
            <a:pPr>
              <a:lnSpc>
                <a:spcPct val="150000"/>
              </a:lnSpc>
              <a:spcBef>
                <a:spcPts val="0"/>
              </a:spcBef>
              <a:buFont typeface="Wingdings" panose="05000000000000000000" pitchFamily="2" charset="2"/>
              <a:buChar char="Ø"/>
            </a:pPr>
            <a:r>
              <a:rPr lang="zh-CN" altLang="en-US" sz="2000" b="1" dirty="0">
                <a:solidFill>
                  <a:schemeClr val="tx1"/>
                </a:solidFill>
                <a:latin typeface="微软雅黑" panose="020B0503020204020204" pitchFamily="34" charset="-122"/>
                <a:ea typeface="微软雅黑" panose="020B0503020204020204" pitchFamily="34" charset="-122"/>
              </a:rPr>
              <a:t>问题的“有效”解决，不仅在于能否得到正确答案，更重要的是能在合理的时间和空间内给出答案</a:t>
            </a:r>
            <a:r>
              <a:rPr lang="zh-CN" altLang="en-US" sz="2000" b="1" dirty="0">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638336155"/>
      </p:ext>
    </p:extLst>
  </p:cSld>
  <p:clrMapOvr>
    <a:masterClrMapping/>
  </p:clrMapOvr>
  <mc:AlternateContent xmlns:mc="http://schemas.openxmlformats.org/markup-compatibility/2006" xmlns:p14="http://schemas.microsoft.com/office/powerpoint/2010/main">
    <mc:Choice Requires="p14">
      <p:transition spd="slow" p14:dur="2000" advTm="73088"/>
    </mc:Choice>
    <mc:Fallback xmlns="">
      <p:transition spd="slow" advTm="73088"/>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标题 1"/>
          <p:cNvSpPr>
            <a:spLocks noGrp="1"/>
          </p:cNvSpPr>
          <p:nvPr>
            <p:ph type="title"/>
          </p:nvPr>
        </p:nvSpPr>
        <p:spPr>
          <a:xfrm>
            <a:off x="838200" y="365125"/>
            <a:ext cx="10515600" cy="620595"/>
          </a:xfrm>
          <a:noFill/>
          <a:ln w="9525">
            <a:noFill/>
            <a:miter lim="800000"/>
          </a:ln>
        </p:spPr>
        <p:txBody>
          <a:bodyPr vert="horz" wrap="square" lIns="91440" tIns="45720" rIns="91440" bIns="45720" numCol="1" anchor="b" anchorCtr="0" compatLnSpc="1"/>
          <a:lstStyle/>
          <a:p>
            <a:pPr eaLnBrk="0" fontAlgn="base" hangingPunct="0">
              <a:spcAft>
                <a:spcPct val="0"/>
              </a:spcAft>
            </a:pPr>
            <a:r>
              <a:rPr lang="zh-CN" altLang="en-US" sz="3200" b="1" dirty="0">
                <a:solidFill>
                  <a:srgbClr val="C00000"/>
                </a:solidFill>
                <a:latin typeface="微软雅黑" panose="020B0503020204020204" pitchFamily="34" charset="-122"/>
                <a:ea typeface="微软雅黑" panose="020B0503020204020204" pitchFamily="34" charset="-122"/>
              </a:rPr>
              <a:t>算法的定义</a:t>
            </a:r>
          </a:p>
        </p:txBody>
      </p:sp>
      <p:sp>
        <p:nvSpPr>
          <p:cNvPr id="3" name="文本占位符 2"/>
          <p:cNvSpPr>
            <a:spLocks noGrp="1"/>
          </p:cNvSpPr>
          <p:nvPr>
            <p:ph type="body" sz="half" idx="1"/>
          </p:nvPr>
        </p:nvSpPr>
        <p:spPr>
          <a:xfrm>
            <a:off x="1056734" y="1443835"/>
            <a:ext cx="10231235" cy="4351338"/>
          </a:xfrm>
          <a:ln/>
        </p:spPr>
        <p:txBody>
          <a:bodyPr vert="horz" wrap="square" lIns="91440" tIns="45720" rIns="91440" bIns="45720" rtlCol="0" anchor="t" anchorCtr="0">
            <a:normAutofit fontScale="92500"/>
          </a:bodyPr>
          <a:lstStyle/>
          <a:p>
            <a:pPr>
              <a:lnSpc>
                <a:spcPct val="150000"/>
              </a:lnSpc>
              <a:spcBef>
                <a:spcPts val="0"/>
              </a:spcBef>
            </a:pPr>
            <a:r>
              <a:rPr lang="zh-CN" altLang="zh-CN" sz="2400" b="1" dirty="0">
                <a:latin typeface="微软雅黑" panose="020B0503020204020204" pitchFamily="34" charset="-122"/>
                <a:ea typeface="微软雅黑" panose="020B0503020204020204" pitchFamily="34" charset="-122"/>
              </a:rPr>
              <a:t>算法：对特定问题求解步骤的一种描述，是指令的有限序列。有</a:t>
            </a:r>
            <a:r>
              <a:rPr lang="en-US" altLang="zh-CN" sz="2400" b="1" dirty="0">
                <a:latin typeface="微软雅黑" panose="020B0503020204020204" pitchFamily="34" charset="-122"/>
                <a:ea typeface="微软雅黑" panose="020B0503020204020204" pitchFamily="34" charset="-122"/>
              </a:rPr>
              <a:t>5</a:t>
            </a:r>
            <a:r>
              <a:rPr lang="zh-CN" altLang="zh-CN" sz="2400" b="1" dirty="0">
                <a:latin typeface="微软雅黑" panose="020B0503020204020204" pitchFamily="34" charset="-122"/>
                <a:ea typeface="微软雅黑" panose="020B0503020204020204" pitchFamily="34" charset="-122"/>
              </a:rPr>
              <a:t>个特征：</a:t>
            </a:r>
          </a:p>
          <a:p>
            <a:pPr marL="0" indent="0">
              <a:lnSpc>
                <a:spcPct val="150000"/>
              </a:lnSpc>
              <a:spcBef>
                <a:spcPts val="0"/>
              </a:spcBef>
              <a:buNone/>
            </a:pPr>
            <a:r>
              <a:rPr lang="en-US" altLang="zh-CN" sz="2400" b="1" dirty="0">
                <a:latin typeface="微软雅黑" panose="020B0503020204020204" pitchFamily="34" charset="-122"/>
                <a:ea typeface="微软雅黑" panose="020B0503020204020204" pitchFamily="34" charset="-122"/>
              </a:rPr>
              <a:t>(1)</a:t>
            </a:r>
            <a:r>
              <a:rPr lang="zh-CN" altLang="zh-CN" sz="2400" b="1" dirty="0">
                <a:latin typeface="微软雅黑" panose="020B0503020204020204" pitchFamily="34" charset="-122"/>
                <a:ea typeface="微软雅黑" panose="020B0503020204020204" pitchFamily="34" charset="-122"/>
              </a:rPr>
              <a:t>输入：一个算法有零个或多个输入。</a:t>
            </a:r>
          </a:p>
          <a:p>
            <a:pPr marL="0" indent="0">
              <a:lnSpc>
                <a:spcPct val="150000"/>
              </a:lnSpc>
              <a:spcBef>
                <a:spcPts val="0"/>
              </a:spcBef>
              <a:buNone/>
            </a:pPr>
            <a:r>
              <a:rPr lang="en-US" altLang="zh-CN" sz="2400" b="1" dirty="0">
                <a:latin typeface="微软雅黑" panose="020B0503020204020204" pitchFamily="34" charset="-122"/>
                <a:ea typeface="微软雅黑" panose="020B0503020204020204" pitchFamily="34" charset="-122"/>
              </a:rPr>
              <a:t>(2)</a:t>
            </a:r>
            <a:r>
              <a:rPr lang="zh-CN" altLang="zh-CN" sz="2400" b="1" dirty="0">
                <a:latin typeface="微软雅黑" panose="020B0503020204020204" pitchFamily="34" charset="-122"/>
                <a:ea typeface="微软雅黑" panose="020B0503020204020204" pitchFamily="34" charset="-122"/>
              </a:rPr>
              <a:t>输出：一个算法有一个或多个输出。</a:t>
            </a:r>
          </a:p>
          <a:p>
            <a:pPr marL="0" indent="0">
              <a:lnSpc>
                <a:spcPct val="150000"/>
              </a:lnSpc>
              <a:spcBef>
                <a:spcPts val="0"/>
              </a:spcBef>
              <a:buNone/>
            </a:pPr>
            <a:r>
              <a:rPr lang="en-US" altLang="zh-CN" sz="2400" b="1" dirty="0">
                <a:latin typeface="微软雅黑" panose="020B0503020204020204" pitchFamily="34" charset="-122"/>
                <a:ea typeface="微软雅黑" panose="020B0503020204020204" pitchFamily="34" charset="-122"/>
              </a:rPr>
              <a:t>(3)</a:t>
            </a:r>
            <a:r>
              <a:rPr lang="zh-CN" altLang="zh-CN" sz="2400" b="1" dirty="0">
                <a:latin typeface="微软雅黑" panose="020B0503020204020204" pitchFamily="34" charset="-122"/>
                <a:ea typeface="微软雅黑" panose="020B0503020204020204" pitchFamily="34" charset="-122"/>
              </a:rPr>
              <a:t>有穷性：一个算法必须在执行有穷步之后结束，且每一步都在有穷时间内完成。</a:t>
            </a:r>
          </a:p>
          <a:p>
            <a:pPr marL="0" indent="0">
              <a:lnSpc>
                <a:spcPct val="150000"/>
              </a:lnSpc>
              <a:spcBef>
                <a:spcPts val="0"/>
              </a:spcBef>
              <a:buNone/>
            </a:pPr>
            <a:r>
              <a:rPr lang="en-US" altLang="zh-CN" sz="2400" b="1" dirty="0">
                <a:latin typeface="微软雅黑" panose="020B0503020204020204" pitchFamily="34" charset="-122"/>
                <a:ea typeface="微软雅黑" panose="020B0503020204020204" pitchFamily="34" charset="-122"/>
              </a:rPr>
              <a:t>(4)</a:t>
            </a:r>
            <a:r>
              <a:rPr lang="zh-CN" altLang="zh-CN" sz="2400" b="1" dirty="0">
                <a:latin typeface="微软雅黑" panose="020B0503020204020204" pitchFamily="34" charset="-122"/>
                <a:ea typeface="微软雅黑" panose="020B0503020204020204" pitchFamily="34" charset="-122"/>
              </a:rPr>
              <a:t>确定性：算法中的每一条指令必须有确切的含义，对于相同的输入只能得到相同的输出。</a:t>
            </a:r>
          </a:p>
          <a:p>
            <a:pPr marL="0" indent="0">
              <a:lnSpc>
                <a:spcPct val="150000"/>
              </a:lnSpc>
              <a:spcBef>
                <a:spcPts val="0"/>
              </a:spcBef>
              <a:buNone/>
            </a:pPr>
            <a:r>
              <a:rPr lang="en-US" altLang="zh-CN" sz="2400" b="1" dirty="0">
                <a:latin typeface="微软雅黑" panose="020B0503020204020204" pitchFamily="34" charset="-122"/>
                <a:ea typeface="微软雅黑" panose="020B0503020204020204" pitchFamily="34" charset="-122"/>
              </a:rPr>
              <a:t>(5)</a:t>
            </a:r>
            <a:r>
              <a:rPr lang="zh-CN" altLang="zh-CN" sz="2400" b="1" dirty="0">
                <a:latin typeface="微软雅黑" panose="020B0503020204020204" pitchFamily="34" charset="-122"/>
                <a:ea typeface="微软雅黑" panose="020B0503020204020204" pitchFamily="34" charset="-122"/>
              </a:rPr>
              <a:t>可行性：算法描述的操作可以通过已经实现的基本操作执行有限次来实现。</a:t>
            </a:r>
            <a:endParaRPr lang="zh-CN" altLang="en-US" sz="24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941495700"/>
      </p:ext>
    </p:extLst>
  </p:cSld>
  <p:clrMapOvr>
    <a:masterClrMapping/>
  </p:clrMapOvr>
  <p:transition advTm="115615">
    <p:strips dir="rd"/>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文本占位符 2"/>
          <p:cNvSpPr>
            <a:spLocks noGrp="1"/>
          </p:cNvSpPr>
          <p:nvPr>
            <p:ph type="body" sz="half" idx="1"/>
          </p:nvPr>
        </p:nvSpPr>
        <p:spPr>
          <a:xfrm>
            <a:off x="1213505" y="1443835"/>
            <a:ext cx="10297144" cy="4602163"/>
          </a:xfrm>
          <a:ln/>
        </p:spPr>
        <p:txBody>
          <a:bodyPr vert="horz" wrap="square" lIns="91440" tIns="45720" rIns="91440" bIns="45720" rtlCol="0" anchor="t" anchorCtr="0">
            <a:normAutofit fontScale="92500" lnSpcReduction="20000"/>
          </a:bodyPr>
          <a:lstStyle/>
          <a:p>
            <a:pPr>
              <a:lnSpc>
                <a:spcPct val="150000"/>
              </a:lnSpc>
              <a:spcBef>
                <a:spcPts val="0"/>
              </a:spcBef>
              <a:buFont typeface="Wingdings" panose="05000000000000000000" pitchFamily="2" charset="2"/>
              <a:buChar char="Ø"/>
            </a:pPr>
            <a:r>
              <a:rPr lang="zh-CN" altLang="en-US" sz="2400" b="1" dirty="0">
                <a:solidFill>
                  <a:srgbClr val="0070C0"/>
                </a:solidFill>
                <a:latin typeface="微软雅黑" panose="020B0503020204020204" pitchFamily="34" charset="-122"/>
                <a:ea typeface="微软雅黑" panose="020B0503020204020204" pitchFamily="34" charset="-122"/>
              </a:rPr>
              <a:t>O(1)  </a:t>
            </a:r>
            <a:r>
              <a:rPr lang="zh-CN" altLang="en-US" sz="2400" b="1" dirty="0">
                <a:latin typeface="微软雅黑" panose="020B0503020204020204" pitchFamily="34" charset="-122"/>
                <a:ea typeface="微软雅黑" panose="020B0503020204020204" pitchFamily="34" charset="-122"/>
              </a:rPr>
              <a:t>计算时间是一个常数，和问题的规模n无关。</a:t>
            </a:r>
            <a:endParaRPr lang="en-US" altLang="zh-CN" sz="2400" b="1" dirty="0">
              <a:latin typeface="微软雅黑" panose="020B0503020204020204" pitchFamily="34" charset="-122"/>
              <a:ea typeface="微软雅黑" panose="020B0503020204020204" pitchFamily="34" charset="-122"/>
            </a:endParaRPr>
          </a:p>
          <a:p>
            <a:pPr lvl="1">
              <a:lnSpc>
                <a:spcPct val="150000"/>
              </a:lnSpc>
              <a:spcBef>
                <a:spcPts val="0"/>
              </a:spcBef>
            </a:pPr>
            <a:r>
              <a:rPr lang="zh-CN" altLang="en-US" b="1" dirty="0">
                <a:latin typeface="微软雅黑" panose="020B0503020204020204" pitchFamily="34" charset="-122"/>
                <a:ea typeface="微软雅黑" panose="020B0503020204020204" pitchFamily="34" charset="-122"/>
              </a:rPr>
              <a:t>用公式计算时，一次计算的复杂度就是O(1)，例如hash算法。</a:t>
            </a:r>
            <a:endParaRPr lang="en-US" altLang="zh-CN" b="1" dirty="0">
              <a:latin typeface="微软雅黑" panose="020B0503020204020204" pitchFamily="34" charset="-122"/>
              <a:ea typeface="微软雅黑" panose="020B0503020204020204" pitchFamily="34" charset="-122"/>
            </a:endParaRPr>
          </a:p>
          <a:p>
            <a:pPr lvl="1">
              <a:lnSpc>
                <a:spcPct val="150000"/>
              </a:lnSpc>
              <a:spcBef>
                <a:spcPts val="0"/>
              </a:spcBef>
            </a:pPr>
            <a:r>
              <a:rPr lang="zh-CN" altLang="en-US" b="1" dirty="0">
                <a:latin typeface="微软雅黑" panose="020B0503020204020204" pitchFamily="34" charset="-122"/>
                <a:ea typeface="微软雅黑" panose="020B0503020204020204" pitchFamily="34" charset="-122"/>
              </a:rPr>
              <a:t>在矩阵A[M][N]中查找i行j列的元素，只需要一次访问A[i][j] 。</a:t>
            </a:r>
          </a:p>
          <a:p>
            <a:pPr>
              <a:lnSpc>
                <a:spcPct val="150000"/>
              </a:lnSpc>
              <a:spcBef>
                <a:spcPts val="0"/>
              </a:spcBef>
              <a:buFont typeface="Wingdings" panose="05000000000000000000" pitchFamily="2" charset="2"/>
              <a:buChar char="Ø"/>
            </a:pPr>
            <a:r>
              <a:rPr lang="zh-CN" altLang="en-US" sz="2400" b="1" dirty="0">
                <a:solidFill>
                  <a:srgbClr val="0070C0"/>
                </a:solidFill>
                <a:latin typeface="微软雅黑" panose="020B0503020204020204" pitchFamily="34" charset="-122"/>
                <a:ea typeface="微软雅黑" panose="020B0503020204020204" pitchFamily="34" charset="-122"/>
              </a:rPr>
              <a:t>O(logn) </a:t>
            </a:r>
            <a:r>
              <a:rPr lang="zh-CN" altLang="en-US" sz="2400" b="1" dirty="0">
                <a:latin typeface="微软雅黑" panose="020B0503020204020204" pitchFamily="34" charset="-122"/>
                <a:ea typeface="微软雅黑" panose="020B0503020204020204" pitchFamily="34" charset="-122"/>
              </a:rPr>
              <a:t>计算时间是对数。</a:t>
            </a:r>
            <a:endParaRPr lang="en-US" altLang="zh-CN" sz="2400" b="1" dirty="0">
              <a:latin typeface="微软雅黑" panose="020B0503020204020204" pitchFamily="34" charset="-122"/>
              <a:ea typeface="微软雅黑" panose="020B0503020204020204" pitchFamily="34" charset="-122"/>
            </a:endParaRPr>
          </a:p>
          <a:p>
            <a:pPr lvl="1">
              <a:lnSpc>
                <a:spcPct val="150000"/>
              </a:lnSpc>
              <a:spcBef>
                <a:spcPts val="0"/>
              </a:spcBef>
            </a:pPr>
            <a:r>
              <a:rPr lang="zh-CN" altLang="en-US" b="1" dirty="0">
                <a:latin typeface="微软雅黑" panose="020B0503020204020204" pitchFamily="34" charset="-122"/>
                <a:ea typeface="微软雅黑" panose="020B0503020204020204" pitchFamily="34" charset="-122"/>
              </a:rPr>
              <a:t>以2为底的对数，每一步计算后，问题的规模减小一倍。例如在一个长度为n的有序数列中查找某个数，用折半查找的方法，只需要logn次就能找到。</a:t>
            </a:r>
          </a:p>
          <a:p>
            <a:pPr>
              <a:lnSpc>
                <a:spcPct val="150000"/>
              </a:lnSpc>
              <a:spcBef>
                <a:spcPts val="0"/>
              </a:spcBef>
              <a:buFont typeface="Wingdings" panose="05000000000000000000" pitchFamily="2" charset="2"/>
              <a:buChar char="Ø"/>
            </a:pPr>
            <a:r>
              <a:rPr lang="zh-CN" altLang="en-US" sz="2400" b="1" dirty="0">
                <a:solidFill>
                  <a:srgbClr val="0070C0"/>
                </a:solidFill>
                <a:latin typeface="微软雅黑" panose="020B0503020204020204" pitchFamily="34" charset="-122"/>
                <a:ea typeface="微软雅黑" panose="020B0503020204020204" pitchFamily="34" charset="-122"/>
              </a:rPr>
              <a:t>O(n) </a:t>
            </a:r>
            <a:r>
              <a:rPr lang="zh-CN" altLang="en-US" sz="2400" b="1" dirty="0">
                <a:latin typeface="微软雅黑" panose="020B0503020204020204" pitchFamily="34" charset="-122"/>
                <a:ea typeface="微软雅黑" panose="020B0503020204020204" pitchFamily="34" charset="-122"/>
              </a:rPr>
              <a:t>计算时间随规模n线性增长。</a:t>
            </a:r>
            <a:endParaRPr lang="en-US" altLang="zh-CN" sz="2400" b="1" dirty="0">
              <a:latin typeface="微软雅黑" panose="020B0503020204020204" pitchFamily="34" charset="-122"/>
              <a:ea typeface="微软雅黑" panose="020B0503020204020204" pitchFamily="34" charset="-122"/>
            </a:endParaRPr>
          </a:p>
          <a:p>
            <a:pPr lvl="1">
              <a:lnSpc>
                <a:spcPct val="150000"/>
              </a:lnSpc>
              <a:spcBef>
                <a:spcPts val="0"/>
              </a:spcBef>
            </a:pPr>
            <a:r>
              <a:rPr lang="zh-CN" altLang="en-US" b="1" dirty="0">
                <a:latin typeface="微软雅黑" panose="020B0503020204020204" pitchFamily="34" charset="-122"/>
                <a:ea typeface="微软雅黑" panose="020B0503020204020204" pitchFamily="34" charset="-122"/>
              </a:rPr>
              <a:t>在很多情况下，这是算法能达到的最优复杂度，因为对输入的n个数，程序一般需要处理所有的数，即计算n次。例如查找一个无序数列中的某个数，可能需要检查所有的数。</a:t>
            </a:r>
          </a:p>
        </p:txBody>
      </p:sp>
      <p:sp>
        <p:nvSpPr>
          <p:cNvPr id="77827" name="标题 1"/>
          <p:cNvSpPr>
            <a:spLocks noGrp="1"/>
          </p:cNvSpPr>
          <p:nvPr>
            <p:ph type="title"/>
          </p:nvPr>
        </p:nvSpPr>
        <p:spPr>
          <a:xfrm>
            <a:off x="1209440" y="527605"/>
            <a:ext cx="7772400" cy="658813"/>
          </a:xfrm>
          <a:noFill/>
          <a:ln w="9525">
            <a:noFill/>
            <a:miter lim="800000"/>
          </a:ln>
        </p:spPr>
        <p:txBody>
          <a:bodyPr vert="horz" wrap="square" lIns="91440" tIns="45720" rIns="91440" bIns="45720" numCol="1" anchor="b" anchorCtr="0" compatLnSpc="1"/>
          <a:lstStyle/>
          <a:p>
            <a:pPr eaLnBrk="0" fontAlgn="base" hangingPunct="0">
              <a:spcAft>
                <a:spcPct val="0"/>
              </a:spcAft>
            </a:pPr>
            <a:r>
              <a:rPr lang="zh-CN" altLang="en-US" sz="3200" b="1" dirty="0">
                <a:solidFill>
                  <a:srgbClr val="C00000"/>
                </a:solidFill>
                <a:latin typeface="微软雅黑" panose="020B0503020204020204" pitchFamily="34" charset="-122"/>
                <a:ea typeface="微软雅黑" panose="020B0503020204020204" pitchFamily="34" charset="-122"/>
              </a:rPr>
              <a:t>复杂度和大</a:t>
            </a:r>
            <a:r>
              <a:rPr lang="en-US" altLang="zh-CN" sz="3200" b="1" dirty="0">
                <a:solidFill>
                  <a:srgbClr val="C00000"/>
                </a:solidFill>
                <a:latin typeface="微软雅黑" panose="020B0503020204020204" pitchFamily="34" charset="-122"/>
                <a:ea typeface="微软雅黑" panose="020B0503020204020204" pitchFamily="34" charset="-122"/>
              </a:rPr>
              <a:t>O</a:t>
            </a:r>
            <a:r>
              <a:rPr lang="zh-CN" altLang="en-US" sz="3200" b="1" dirty="0">
                <a:solidFill>
                  <a:srgbClr val="C00000"/>
                </a:solidFill>
                <a:latin typeface="微软雅黑" panose="020B0503020204020204" pitchFamily="34" charset="-122"/>
                <a:ea typeface="微软雅黑" panose="020B0503020204020204" pitchFamily="34" charset="-122"/>
              </a:rPr>
              <a:t>记号</a:t>
            </a:r>
          </a:p>
        </p:txBody>
      </p:sp>
    </p:spTree>
    <p:extLst>
      <p:ext uri="{BB962C8B-B14F-4D97-AF65-F5344CB8AC3E}">
        <p14:creationId xmlns:p14="http://schemas.microsoft.com/office/powerpoint/2010/main" val="1294734287"/>
      </p:ext>
    </p:extLst>
  </p:cSld>
  <p:clrMapOvr>
    <a:masterClrMapping/>
  </p:clrMapOvr>
  <p:transition advTm="126475">
    <p:strips dir="rd"/>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文本占位符 2"/>
          <p:cNvSpPr>
            <a:spLocks noGrp="1"/>
          </p:cNvSpPr>
          <p:nvPr>
            <p:ph type="body" sz="half" idx="1"/>
          </p:nvPr>
        </p:nvSpPr>
        <p:spPr>
          <a:xfrm>
            <a:off x="1324305" y="1291130"/>
            <a:ext cx="9721080" cy="4522788"/>
          </a:xfrm>
          <a:ln/>
        </p:spPr>
        <p:txBody>
          <a:bodyPr vert="horz" wrap="square" lIns="91440" tIns="45720" rIns="91440" bIns="45720" rtlCol="0" anchor="t" anchorCtr="0">
            <a:noAutofit/>
          </a:bodyPr>
          <a:lstStyle/>
          <a:p>
            <a:pPr>
              <a:lnSpc>
                <a:spcPct val="150000"/>
              </a:lnSpc>
              <a:spcBef>
                <a:spcPts val="0"/>
              </a:spcBef>
              <a:buClrTx/>
              <a:buSzTx/>
              <a:buFont typeface="Wingdings" panose="05000000000000000000" pitchFamily="2" charset="2"/>
              <a:buChar char="Ø"/>
            </a:pPr>
            <a:r>
              <a:rPr lang="" altLang="en-US" sz="2400" b="1" dirty="0">
                <a:solidFill>
                  <a:srgbClr val="0070C0"/>
                </a:solidFill>
                <a:latin typeface="微软雅黑" panose="020B0503020204020204" pitchFamily="34" charset="-122"/>
                <a:ea typeface="微软雅黑" panose="020B0503020204020204" pitchFamily="34" charset="-122"/>
              </a:rPr>
              <a:t>O(nlogn) </a:t>
            </a:r>
            <a:r>
              <a:rPr lang="" altLang="en-US" sz="2400" b="1" dirty="0">
                <a:latin typeface="微软雅黑" panose="020B0503020204020204" pitchFamily="34" charset="-122"/>
                <a:ea typeface="微软雅黑" panose="020B0503020204020204" pitchFamily="34" charset="-122"/>
              </a:rPr>
              <a:t> 算法可能达到的最优复杂度。</a:t>
            </a:r>
            <a:endParaRPr lang="" altLang="zh-CN" sz="2400" b="1" dirty="0">
              <a:latin typeface="微软雅黑" panose="020B0503020204020204" pitchFamily="34" charset="-122"/>
              <a:ea typeface="微软雅黑" panose="020B0503020204020204" pitchFamily="34" charset="-122"/>
            </a:endParaRPr>
          </a:p>
          <a:p>
            <a:pPr lvl="1">
              <a:lnSpc>
                <a:spcPct val="150000"/>
              </a:lnSpc>
              <a:spcBef>
                <a:spcPts val="0"/>
              </a:spcBef>
            </a:pPr>
            <a:r>
              <a:rPr lang="" altLang="en-US" b="1" dirty="0">
                <a:latin typeface="微软雅黑" panose="020B0503020204020204" pitchFamily="34" charset="-122"/>
                <a:ea typeface="微软雅黑" panose="020B0503020204020204" pitchFamily="34" charset="-122"/>
              </a:rPr>
              <a:t>快速排序。</a:t>
            </a:r>
          </a:p>
          <a:p>
            <a:pPr>
              <a:lnSpc>
                <a:spcPct val="150000"/>
              </a:lnSpc>
              <a:spcBef>
                <a:spcPts val="0"/>
              </a:spcBef>
              <a:buClrTx/>
              <a:buSzTx/>
              <a:buFont typeface="Wingdings" panose="05000000000000000000" pitchFamily="2" charset="2"/>
              <a:buChar char="Ø"/>
            </a:pPr>
            <a:r>
              <a:rPr lang="" altLang="en-US" sz="2400" b="1" dirty="0">
                <a:solidFill>
                  <a:srgbClr val="0070C0"/>
                </a:solidFill>
                <a:latin typeface="微软雅黑" panose="020B0503020204020204" pitchFamily="34" charset="-122"/>
                <a:ea typeface="微软雅黑" panose="020B0503020204020204" pitchFamily="34" charset="-122"/>
              </a:rPr>
              <a:t>O(n</a:t>
            </a:r>
            <a:r>
              <a:rPr lang="" altLang="en-US" sz="2400" b="1" baseline="30000" dirty="0">
                <a:solidFill>
                  <a:srgbClr val="0070C0"/>
                </a:solidFill>
                <a:latin typeface="微软雅黑" panose="020B0503020204020204" pitchFamily="34" charset="-122"/>
                <a:ea typeface="微软雅黑" panose="020B0503020204020204" pitchFamily="34" charset="-122"/>
              </a:rPr>
              <a:t>2</a:t>
            </a:r>
            <a:r>
              <a:rPr lang="" altLang="en-US" sz="2400" b="1" dirty="0">
                <a:solidFill>
                  <a:srgbClr val="0070C0"/>
                </a:solidFill>
                <a:latin typeface="微软雅黑" panose="020B0503020204020204" pitchFamily="34" charset="-122"/>
                <a:ea typeface="微软雅黑" panose="020B0503020204020204" pitchFamily="34" charset="-122"/>
              </a:rPr>
              <a:t>) </a:t>
            </a:r>
            <a:r>
              <a:rPr lang="" altLang="en-US" sz="2400" b="1" dirty="0">
                <a:latin typeface="微软雅黑" panose="020B0503020204020204" pitchFamily="34" charset="-122"/>
                <a:ea typeface="微软雅黑" panose="020B0503020204020204" pitchFamily="34" charset="-122"/>
              </a:rPr>
              <a:t>一个两重循环的算法，复杂度是O(n</a:t>
            </a:r>
            <a:r>
              <a:rPr lang="" altLang="en-US" sz="2400" b="1" baseline="30000" dirty="0">
                <a:latin typeface="微软雅黑" panose="020B0503020204020204" pitchFamily="34" charset="-122"/>
                <a:ea typeface="微软雅黑" panose="020B0503020204020204" pitchFamily="34" charset="-122"/>
                <a:sym typeface="+mn-ea"/>
              </a:rPr>
              <a:t>2</a:t>
            </a:r>
            <a:r>
              <a:rPr lang="" altLang="en-US" sz="2400" b="1" dirty="0">
                <a:latin typeface="微软雅黑" panose="020B0503020204020204" pitchFamily="34" charset="-122"/>
                <a:ea typeface="微软雅黑" panose="020B0503020204020204" pitchFamily="34" charset="-122"/>
              </a:rPr>
              <a:t>)。</a:t>
            </a:r>
            <a:endParaRPr lang="" altLang="zh-CN" sz="2400" b="1" dirty="0">
              <a:latin typeface="微软雅黑" panose="020B0503020204020204" pitchFamily="34" charset="-122"/>
              <a:ea typeface="微软雅黑" panose="020B0503020204020204" pitchFamily="34" charset="-122"/>
            </a:endParaRPr>
          </a:p>
          <a:p>
            <a:pPr lvl="1">
              <a:lnSpc>
                <a:spcPct val="150000"/>
              </a:lnSpc>
              <a:spcBef>
                <a:spcPts val="0"/>
              </a:spcBef>
            </a:pPr>
            <a:r>
              <a:rPr lang="" altLang="en-US" b="1" dirty="0">
                <a:latin typeface="微软雅黑" panose="020B0503020204020204" pitchFamily="34" charset="-122"/>
                <a:ea typeface="微软雅黑" panose="020B0503020204020204" pitchFamily="34" charset="-122"/>
              </a:rPr>
              <a:t>冒泡排序。</a:t>
            </a:r>
          </a:p>
          <a:p>
            <a:pPr>
              <a:lnSpc>
                <a:spcPct val="150000"/>
              </a:lnSpc>
              <a:spcBef>
                <a:spcPts val="0"/>
              </a:spcBef>
              <a:buClrTx/>
              <a:buSzTx/>
              <a:buFont typeface="Wingdings" panose="05000000000000000000" pitchFamily="2" charset="2"/>
              <a:buChar char="Ø"/>
            </a:pPr>
            <a:r>
              <a:rPr lang="" altLang="en-US" sz="2400" b="1" dirty="0">
                <a:solidFill>
                  <a:srgbClr val="0070C0"/>
                </a:solidFill>
                <a:latin typeface="微软雅黑" panose="020B0503020204020204" pitchFamily="34" charset="-122"/>
                <a:ea typeface="微软雅黑" panose="020B0503020204020204" pitchFamily="34" charset="-122"/>
              </a:rPr>
              <a:t>O(n</a:t>
            </a:r>
            <a:r>
              <a:rPr lang="" altLang="zh-CN" sz="2400" b="1" baseline="30000" dirty="0">
                <a:solidFill>
                  <a:srgbClr val="0070C0"/>
                </a:solidFill>
                <a:latin typeface="微软雅黑" panose="020B0503020204020204" pitchFamily="34" charset="-122"/>
                <a:ea typeface="微软雅黑" panose="020B0503020204020204" pitchFamily="34" charset="-122"/>
                <a:sym typeface="+mn-ea"/>
              </a:rPr>
              <a:t>3</a:t>
            </a:r>
            <a:r>
              <a:rPr lang="" altLang="en-US" sz="2400" b="1" dirty="0">
                <a:solidFill>
                  <a:srgbClr val="0070C0"/>
                </a:solidFill>
                <a:latin typeface="微软雅黑" panose="020B0503020204020204" pitchFamily="34" charset="-122"/>
                <a:ea typeface="微软雅黑" panose="020B0503020204020204" pitchFamily="34" charset="-122"/>
              </a:rPr>
              <a:t>)、O(n</a:t>
            </a:r>
            <a:r>
              <a:rPr lang="" altLang="zh-CN" sz="2400" b="1" baseline="30000" dirty="0">
                <a:solidFill>
                  <a:srgbClr val="0070C0"/>
                </a:solidFill>
                <a:latin typeface="微软雅黑" panose="020B0503020204020204" pitchFamily="34" charset="-122"/>
                <a:ea typeface="微软雅黑" panose="020B0503020204020204" pitchFamily="34" charset="-122"/>
                <a:sym typeface="+mn-ea"/>
              </a:rPr>
              <a:t>4</a:t>
            </a:r>
            <a:r>
              <a:rPr lang="" altLang="en-US" sz="2400" b="1" dirty="0">
                <a:solidFill>
                  <a:srgbClr val="0070C0"/>
                </a:solidFill>
                <a:latin typeface="微软雅黑" panose="020B0503020204020204" pitchFamily="34" charset="-122"/>
                <a:ea typeface="微软雅黑" panose="020B0503020204020204" pitchFamily="34" charset="-122"/>
              </a:rPr>
              <a:t>)</a:t>
            </a:r>
            <a:r>
              <a:rPr lang="" altLang="en-US" sz="2400" b="1" dirty="0">
                <a:latin typeface="微软雅黑" panose="020B0503020204020204" pitchFamily="34" charset="-122"/>
                <a:ea typeface="微软雅黑" panose="020B0503020204020204" pitchFamily="34" charset="-122"/>
              </a:rPr>
              <a:t>等等。</a:t>
            </a:r>
          </a:p>
          <a:p>
            <a:pPr>
              <a:lnSpc>
                <a:spcPct val="150000"/>
              </a:lnSpc>
              <a:spcBef>
                <a:spcPts val="0"/>
              </a:spcBef>
              <a:buClrTx/>
              <a:buSzTx/>
              <a:buFont typeface="Wingdings" panose="05000000000000000000" pitchFamily="2" charset="2"/>
              <a:buChar char="Ø"/>
            </a:pPr>
            <a:r>
              <a:rPr lang="" altLang="en-US" sz="2400" b="1" dirty="0">
                <a:solidFill>
                  <a:srgbClr val="0070C0"/>
                </a:solidFill>
                <a:latin typeface="微软雅黑" panose="020B0503020204020204" pitchFamily="34" charset="-122"/>
                <a:ea typeface="微软雅黑" panose="020B0503020204020204" pitchFamily="34" charset="-122"/>
              </a:rPr>
              <a:t>O(2</a:t>
            </a:r>
            <a:r>
              <a:rPr lang="" altLang="en-US" sz="2400" b="1" baseline="30000" dirty="0">
                <a:solidFill>
                  <a:srgbClr val="0070C0"/>
                </a:solidFill>
                <a:latin typeface="微软雅黑" panose="020B0503020204020204" pitchFamily="34" charset="-122"/>
                <a:ea typeface="微软雅黑" panose="020B0503020204020204" pitchFamily="34" charset="-122"/>
              </a:rPr>
              <a:t>n</a:t>
            </a:r>
            <a:r>
              <a:rPr lang="" altLang="en-US" sz="2400" b="1" dirty="0">
                <a:solidFill>
                  <a:srgbClr val="0070C0"/>
                </a:solidFill>
                <a:latin typeface="微软雅黑" panose="020B0503020204020204" pitchFamily="34" charset="-122"/>
                <a:ea typeface="微软雅黑" panose="020B0503020204020204" pitchFamily="34" charset="-122"/>
              </a:rPr>
              <a:t>) </a:t>
            </a:r>
            <a:r>
              <a:rPr lang="" altLang="en-US" sz="2400" b="1" dirty="0">
                <a:latin typeface="微软雅黑" panose="020B0503020204020204" pitchFamily="34" charset="-122"/>
                <a:ea typeface="微软雅黑" panose="020B0503020204020204" pitchFamily="34" charset="-122"/>
              </a:rPr>
              <a:t>一般对应集合问题。</a:t>
            </a:r>
            <a:endParaRPr lang="" altLang="zh-CN" sz="2400" b="1" dirty="0">
              <a:latin typeface="微软雅黑" panose="020B0503020204020204" pitchFamily="34" charset="-122"/>
              <a:ea typeface="微软雅黑" panose="020B0503020204020204" pitchFamily="34" charset="-122"/>
            </a:endParaRPr>
          </a:p>
          <a:p>
            <a:pPr lvl="1">
              <a:lnSpc>
                <a:spcPct val="150000"/>
              </a:lnSpc>
              <a:spcBef>
                <a:spcPts val="0"/>
              </a:spcBef>
            </a:pPr>
            <a:r>
              <a:rPr lang="" altLang="en-US" b="1" dirty="0">
                <a:latin typeface="微软雅黑" panose="020B0503020204020204" pitchFamily="34" charset="-122"/>
                <a:ea typeface="微软雅黑" panose="020B0503020204020204" pitchFamily="34" charset="-122"/>
              </a:rPr>
              <a:t>例如一个集合中有n个数，要求输出它的所有子集。</a:t>
            </a:r>
          </a:p>
          <a:p>
            <a:pPr>
              <a:lnSpc>
                <a:spcPct val="150000"/>
              </a:lnSpc>
              <a:spcBef>
                <a:spcPts val="0"/>
              </a:spcBef>
              <a:buClrTx/>
              <a:buSzTx/>
              <a:buFont typeface="Wingdings" panose="05000000000000000000" pitchFamily="2" charset="2"/>
              <a:buChar char="Ø"/>
            </a:pPr>
            <a:r>
              <a:rPr lang="" altLang="en-US" sz="2400" b="1" dirty="0">
                <a:solidFill>
                  <a:srgbClr val="0070C0"/>
                </a:solidFill>
                <a:latin typeface="微软雅黑" panose="020B0503020204020204" pitchFamily="34" charset="-122"/>
                <a:ea typeface="微软雅黑" panose="020B0503020204020204" pitchFamily="34" charset="-122"/>
              </a:rPr>
              <a:t>O(n!) </a:t>
            </a:r>
            <a:r>
              <a:rPr lang="" altLang="en-US" sz="2400" b="1" dirty="0">
                <a:latin typeface="微软雅黑" panose="020B0503020204020204" pitchFamily="34" charset="-122"/>
                <a:ea typeface="微软雅黑" panose="020B0503020204020204" pitchFamily="34" charset="-122"/>
              </a:rPr>
              <a:t>在</a:t>
            </a:r>
            <a:r>
              <a:rPr lang="zh-CN" altLang="en-US" sz="2400" b="1" dirty="0">
                <a:latin typeface="微软雅黑" panose="020B0503020204020204" pitchFamily="34" charset="-122"/>
                <a:ea typeface="微软雅黑" panose="020B0503020204020204" pitchFamily="34" charset="-122"/>
              </a:rPr>
              <a:t>排列</a:t>
            </a:r>
            <a:r>
              <a:rPr lang="" altLang="en-US" sz="2400" b="1" dirty="0">
                <a:latin typeface="微软雅黑" panose="020B0503020204020204" pitchFamily="34" charset="-122"/>
                <a:ea typeface="微软雅黑" panose="020B0503020204020204" pitchFamily="34" charset="-122"/>
              </a:rPr>
              <a:t>问题中，如果要求</a:t>
            </a:r>
            <a:r>
              <a:rPr lang="zh-CN" altLang="en-US" sz="2400" b="1" dirty="0">
                <a:latin typeface="微软雅黑" panose="020B0503020204020204" pitchFamily="34" charset="-122"/>
                <a:ea typeface="微软雅黑" panose="020B0503020204020204" pitchFamily="34" charset="-122"/>
              </a:rPr>
              <a:t>输出所有的排列</a:t>
            </a:r>
            <a:r>
              <a:rPr lang="" altLang="en-US" sz="2400" b="1" dirty="0">
                <a:latin typeface="微软雅黑" panose="020B0503020204020204" pitchFamily="34" charset="-122"/>
                <a:ea typeface="微软雅黑" panose="020B0503020204020204" pitchFamily="34" charset="-122"/>
              </a:rPr>
              <a:t>，复杂度是O(n!)</a:t>
            </a:r>
          </a:p>
        </p:txBody>
      </p:sp>
    </p:spTree>
    <p:extLst>
      <p:ext uri="{BB962C8B-B14F-4D97-AF65-F5344CB8AC3E}">
        <p14:creationId xmlns:p14="http://schemas.microsoft.com/office/powerpoint/2010/main" val="2885549778"/>
      </p:ext>
    </p:extLst>
  </p:cSld>
  <p:clrMapOvr>
    <a:masterClrMapping/>
  </p:clrMapOvr>
  <p:transition advTm="75338">
    <p:strips dir="rd"/>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108473-DBCF-4F0C-AF71-EB1AB657949C}"/>
              </a:ext>
            </a:extLst>
          </p:cNvPr>
          <p:cNvSpPr>
            <a:spLocks noGrp="1"/>
          </p:cNvSpPr>
          <p:nvPr>
            <p:ph type="title"/>
          </p:nvPr>
        </p:nvSpPr>
        <p:spPr>
          <a:xfrm>
            <a:off x="632926" y="4769174"/>
            <a:ext cx="10515600" cy="1325563"/>
          </a:xfrm>
        </p:spPr>
        <p:txBody>
          <a:bodyPr>
            <a:normAutofit/>
          </a:bodyPr>
          <a:lstStyle/>
          <a:p>
            <a:r>
              <a:rPr lang="zh-CN" altLang="en-US" dirty="0"/>
              <a:t>算法的整体效率是由具有较大增长次数的部分所决定的，即效率较差的部分决定。</a:t>
            </a:r>
          </a:p>
        </p:txBody>
      </p:sp>
      <p:pic>
        <p:nvPicPr>
          <p:cNvPr id="5" name="内容占位符 4" descr="图片包含 事情&#10;&#10;已生成高可信度的说明">
            <a:extLst>
              <a:ext uri="{FF2B5EF4-FFF2-40B4-BE49-F238E27FC236}">
                <a16:creationId xmlns:a16="http://schemas.microsoft.com/office/drawing/2014/main" id="{16654A31-163D-4638-A24F-492A960B242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75510" y="912763"/>
            <a:ext cx="10450865" cy="2045041"/>
          </a:xfrm>
        </p:spPr>
      </p:pic>
    </p:spTree>
    <p:extLst>
      <p:ext uri="{BB962C8B-B14F-4D97-AF65-F5344CB8AC3E}">
        <p14:creationId xmlns:p14="http://schemas.microsoft.com/office/powerpoint/2010/main" val="56153356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F6EC2AE-DA2E-4FBB-BC2E-58724E000E70}"/>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9CB4EC1F-228B-45B4-A604-71887ADFE4A3}"/>
              </a:ext>
            </a:extLst>
          </p:cNvPr>
          <p:cNvSpPr>
            <a:spLocks noGrp="1"/>
          </p:cNvSpPr>
          <p:nvPr>
            <p:ph idx="1"/>
          </p:nvPr>
        </p:nvSpPr>
        <p:spPr/>
        <p:txBody>
          <a:bodyPr/>
          <a:lstStyle/>
          <a:p>
            <a:r>
              <a:rPr lang="zh-CN" altLang="en-US" dirty="0"/>
              <a:t>时间复杂度</a:t>
            </a:r>
            <a:r>
              <a:rPr lang="en-US" altLang="zh-CN" dirty="0"/>
              <a:t>		</a:t>
            </a:r>
            <a:r>
              <a:rPr lang="zh-CN" altLang="en-US" dirty="0"/>
              <a:t>推荐范围</a:t>
            </a:r>
            <a:endParaRPr lang="en-US" altLang="zh-CN" dirty="0"/>
          </a:p>
          <a:p>
            <a:r>
              <a:rPr lang="en-US" altLang="zh-CN" dirty="0"/>
              <a:t>N				300000</a:t>
            </a:r>
          </a:p>
          <a:p>
            <a:r>
              <a:rPr lang="en-US" altLang="zh-CN" dirty="0" err="1"/>
              <a:t>NlogN</a:t>
            </a:r>
            <a:r>
              <a:rPr lang="en-US" altLang="zh-CN" dirty="0"/>
              <a:t>			50000</a:t>
            </a:r>
          </a:p>
          <a:p>
            <a:r>
              <a:rPr lang="en-US" altLang="zh-CN" dirty="0"/>
              <a:t>N^2				500</a:t>
            </a:r>
          </a:p>
          <a:p>
            <a:r>
              <a:rPr lang="en-US" altLang="zh-CN" dirty="0"/>
              <a:t>N^3				70</a:t>
            </a:r>
          </a:p>
          <a:p>
            <a:r>
              <a:rPr lang="en-US" altLang="zh-CN" dirty="0"/>
              <a:t>N!				9</a:t>
            </a:r>
          </a:p>
          <a:p>
            <a:endParaRPr lang="en-US" altLang="zh-CN" dirty="0"/>
          </a:p>
          <a:p>
            <a:r>
              <a:rPr lang="en-US" altLang="zh-CN" dirty="0"/>
              <a:t>10ms</a:t>
            </a:r>
            <a:r>
              <a:rPr lang="zh-CN" altLang="en-US" dirty="0"/>
              <a:t>限制下</a:t>
            </a:r>
            <a:r>
              <a:rPr lang="en-US" altLang="zh-CN" dirty="0"/>
              <a:t>PAT</a:t>
            </a:r>
            <a:r>
              <a:rPr lang="zh-CN" altLang="en-US" dirty="0"/>
              <a:t>测试环境中的测试结果，仅供参考。</a:t>
            </a:r>
            <a:endParaRPr lang="en-US" altLang="zh-CN" dirty="0"/>
          </a:p>
          <a:p>
            <a:endParaRPr lang="zh-CN" altLang="en-US" dirty="0"/>
          </a:p>
        </p:txBody>
      </p:sp>
    </p:spTree>
    <p:extLst>
      <p:ext uri="{BB962C8B-B14F-4D97-AF65-F5344CB8AC3E}">
        <p14:creationId xmlns:p14="http://schemas.microsoft.com/office/powerpoint/2010/main" val="234075109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F4C2E7C0-B7AD-4BC5-800F-FEAB7B27828F}"/>
              </a:ext>
            </a:extLst>
          </p:cNvPr>
          <p:cNvPicPr>
            <a:picLocks noChangeAspect="1"/>
          </p:cNvPicPr>
          <p:nvPr/>
        </p:nvPicPr>
        <p:blipFill>
          <a:blip r:embed="rId2"/>
          <a:stretch>
            <a:fillRect/>
          </a:stretch>
        </p:blipFill>
        <p:spPr>
          <a:xfrm>
            <a:off x="0" y="597138"/>
            <a:ext cx="12123437" cy="5509607"/>
          </a:xfrm>
          <a:prstGeom prst="rect">
            <a:avLst/>
          </a:prstGeom>
        </p:spPr>
      </p:pic>
    </p:spTree>
    <p:extLst>
      <p:ext uri="{BB962C8B-B14F-4D97-AF65-F5344CB8AC3E}">
        <p14:creationId xmlns:p14="http://schemas.microsoft.com/office/powerpoint/2010/main" val="121751071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37801B-16E2-48FD-8B3B-0DAD525C4388}"/>
              </a:ext>
            </a:extLst>
          </p:cNvPr>
          <p:cNvSpPr>
            <a:spLocks noGrp="1"/>
          </p:cNvSpPr>
          <p:nvPr>
            <p:ph type="title"/>
          </p:nvPr>
        </p:nvSpPr>
        <p:spPr/>
        <p:txBody>
          <a:bodyPr/>
          <a:lstStyle/>
          <a:p>
            <a:endParaRPr lang="zh-CN" altLang="en-US"/>
          </a:p>
        </p:txBody>
      </p:sp>
      <p:pic>
        <p:nvPicPr>
          <p:cNvPr id="5" name="内容占位符 4" descr="图片包含 文字, 白板&#10;&#10;已生成极高可信度的说明">
            <a:extLst>
              <a:ext uri="{FF2B5EF4-FFF2-40B4-BE49-F238E27FC236}">
                <a16:creationId xmlns:a16="http://schemas.microsoft.com/office/drawing/2014/main" id="{1AEC9D4F-B844-4000-B806-96DBB1851E10}"/>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12244"/>
          <a:stretch/>
        </p:blipFill>
        <p:spPr>
          <a:xfrm rot="16200000">
            <a:off x="2960660" y="-2139845"/>
            <a:ext cx="6270679" cy="10994760"/>
          </a:xfrm>
        </p:spPr>
      </p:pic>
    </p:spTree>
    <p:extLst>
      <p:ext uri="{BB962C8B-B14F-4D97-AF65-F5344CB8AC3E}">
        <p14:creationId xmlns:p14="http://schemas.microsoft.com/office/powerpoint/2010/main" val="233750250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标题 1"/>
          <p:cNvSpPr>
            <a:spLocks noGrp="1"/>
          </p:cNvSpPr>
          <p:nvPr>
            <p:ph type="title"/>
          </p:nvPr>
        </p:nvSpPr>
        <p:spPr>
          <a:xfrm>
            <a:off x="838200" y="69490"/>
            <a:ext cx="10515600" cy="1527050"/>
          </a:xfrm>
          <a:noFill/>
          <a:ln w="9525">
            <a:noFill/>
            <a:miter lim="800000"/>
          </a:ln>
        </p:spPr>
        <p:txBody>
          <a:bodyPr vert="horz" wrap="square" lIns="91440" tIns="45720" rIns="91440" bIns="45720" numCol="1" anchor="b" anchorCtr="0" compatLnSpc="1">
            <a:normAutofit/>
          </a:bodyPr>
          <a:lstStyle/>
          <a:p>
            <a:pPr eaLnBrk="0" fontAlgn="base" hangingPunct="0">
              <a:spcAft>
                <a:spcPct val="0"/>
              </a:spcAft>
            </a:pPr>
            <a:r>
              <a:rPr lang="zh-CN" altLang="en-US" sz="3200" b="1" dirty="0">
                <a:solidFill>
                  <a:srgbClr val="C00000"/>
                </a:solidFill>
                <a:latin typeface="微软雅黑" panose="020B0503020204020204" pitchFamily="34" charset="-122"/>
                <a:ea typeface="微软雅黑" panose="020B0503020204020204" pitchFamily="34" charset="-122"/>
              </a:rPr>
              <a:t>问题规模和可用算法</a:t>
            </a:r>
            <a:br>
              <a:rPr lang="en-US" altLang="zh-CN" sz="3200" b="1" dirty="0">
                <a:solidFill>
                  <a:srgbClr val="C00000"/>
                </a:solidFill>
                <a:latin typeface="微软雅黑" panose="020B0503020204020204" pitchFamily="34" charset="-122"/>
                <a:ea typeface="微软雅黑" panose="020B0503020204020204" pitchFamily="34" charset="-122"/>
              </a:rPr>
            </a:br>
            <a:r>
              <a:rPr lang="en-US" altLang="zh-CN" sz="3200" b="1" dirty="0">
                <a:solidFill>
                  <a:srgbClr val="C00000"/>
                </a:solidFill>
                <a:latin typeface="微软雅黑" panose="020B0503020204020204" pitchFamily="34" charset="-122"/>
                <a:ea typeface="微软雅黑" panose="020B0503020204020204" pitchFamily="34" charset="-122"/>
              </a:rPr>
              <a:t>	</a:t>
            </a:r>
            <a:r>
              <a:rPr lang="zh-CN" altLang="zh-CN" sz="1600" dirty="0"/>
              <a:t>在看到题目给定的数值范围后，能够大致推测出本题的时间复杂度。</a:t>
            </a:r>
            <a:endParaRPr lang="zh-CN" altLang="en-US" sz="3200" b="1" dirty="0">
              <a:solidFill>
                <a:srgbClr val="C00000"/>
              </a:solidFill>
              <a:latin typeface="微软雅黑" panose="020B0503020204020204" pitchFamily="34" charset="-122"/>
              <a:ea typeface="微软雅黑" panose="020B0503020204020204" pitchFamily="34" charset="-122"/>
            </a:endParaRPr>
          </a:p>
        </p:txBody>
      </p:sp>
      <p:graphicFrame>
        <p:nvGraphicFramePr>
          <p:cNvPr id="82946" name="内容占位符 7"/>
          <p:cNvGraphicFramePr>
            <a:graphicFrameLocks noGrp="1" noChangeAspect="1"/>
          </p:cNvGraphicFramePr>
          <p:nvPr>
            <p:ph sz="half" idx="2"/>
          </p:nvPr>
        </p:nvGraphicFramePr>
        <p:xfrm>
          <a:off x="1209440" y="1749245"/>
          <a:ext cx="9102207" cy="3578176"/>
        </p:xfrm>
        <a:graphic>
          <a:graphicData uri="http://schemas.openxmlformats.org/presentationml/2006/ole">
            <mc:AlternateContent xmlns:mc="http://schemas.openxmlformats.org/markup-compatibility/2006">
              <mc:Choice xmlns:v="urn:schemas-microsoft-com:vml" Requires="v">
                <p:oleObj r:id="rId2" imgW="7219950" imgH="2838450" progId="Paint.Picture">
                  <p:embed/>
                </p:oleObj>
              </mc:Choice>
              <mc:Fallback>
                <p:oleObj r:id="rId2" imgW="7219950" imgH="2838450" progId="Paint.Picture">
                  <p:embed/>
                  <p:pic>
                    <p:nvPicPr>
                      <p:cNvPr id="82946" name="内容占位符 7"/>
                      <p:cNvPicPr/>
                      <p:nvPr/>
                    </p:nvPicPr>
                    <p:blipFill>
                      <a:blip r:embed="rId3"/>
                      <a:stretch>
                        <a:fillRect/>
                      </a:stretch>
                    </p:blipFill>
                    <p:spPr>
                      <a:xfrm>
                        <a:off x="1209440" y="1749245"/>
                        <a:ext cx="9102207" cy="3578176"/>
                      </a:xfrm>
                      <a:prstGeom prst="rect">
                        <a:avLst/>
                      </a:prstGeom>
                      <a:noFill/>
                      <a:ln w="38100">
                        <a:miter/>
                      </a:ln>
                    </p:spPr>
                  </p:pic>
                </p:oleObj>
              </mc:Fallback>
            </mc:AlternateContent>
          </a:graphicData>
        </a:graphic>
      </p:graphicFrame>
    </p:spTree>
    <p:extLst>
      <p:ext uri="{BB962C8B-B14F-4D97-AF65-F5344CB8AC3E}">
        <p14:creationId xmlns:p14="http://schemas.microsoft.com/office/powerpoint/2010/main" val="1664817824"/>
      </p:ext>
    </p:extLst>
  </p:cSld>
  <p:clrMapOvr>
    <a:masterClrMapping/>
  </p:clrMapOvr>
  <p:transition advTm="95670">
    <p:strips dir="rd"/>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40440E5-9548-46BF-8358-F92CC88FCC81}"/>
              </a:ext>
            </a:extLst>
          </p:cNvPr>
          <p:cNvSpPr>
            <a:spLocks noGrp="1"/>
          </p:cNvSpPr>
          <p:nvPr>
            <p:ph type="title"/>
          </p:nvPr>
        </p:nvSpPr>
        <p:spPr/>
        <p:txBody>
          <a:bodyPr/>
          <a:lstStyle/>
          <a:p>
            <a:r>
              <a:rPr lang="zh-CN" altLang="en-US" dirty="0"/>
              <a:t>降低时间复杂度的经典问题</a:t>
            </a:r>
          </a:p>
        </p:txBody>
      </p:sp>
      <p:sp>
        <p:nvSpPr>
          <p:cNvPr id="3" name="内容占位符 2">
            <a:extLst>
              <a:ext uri="{FF2B5EF4-FFF2-40B4-BE49-F238E27FC236}">
                <a16:creationId xmlns:a16="http://schemas.microsoft.com/office/drawing/2014/main" id="{DEF13FBC-52B3-49D1-A787-E56ABC2AB4A5}"/>
              </a:ext>
            </a:extLst>
          </p:cNvPr>
          <p:cNvSpPr>
            <a:spLocks noGrp="1"/>
          </p:cNvSpPr>
          <p:nvPr>
            <p:ph idx="1"/>
          </p:nvPr>
        </p:nvSpPr>
        <p:spPr/>
        <p:txBody>
          <a:bodyPr/>
          <a:lstStyle/>
          <a:p>
            <a:r>
              <a:rPr lang="zh-CN" altLang="en-US" dirty="0"/>
              <a:t>抽签问题</a:t>
            </a:r>
            <a:endParaRPr lang="en-US" altLang="zh-CN" dirty="0"/>
          </a:p>
          <a:p>
            <a:pPr lvl="1"/>
            <a:r>
              <a:rPr lang="zh-CN" altLang="en-US" dirty="0"/>
              <a:t>优化：如果去掉循环，提前排序，打表</a:t>
            </a:r>
            <a:endParaRPr lang="en-US" altLang="zh-CN" dirty="0"/>
          </a:p>
          <a:p>
            <a:pPr lvl="1"/>
            <a:endParaRPr lang="en-US" altLang="zh-CN" dirty="0"/>
          </a:p>
          <a:p>
            <a:r>
              <a:rPr lang="zh-CN" altLang="en-US" dirty="0"/>
              <a:t>最常见的是素数打表</a:t>
            </a:r>
            <a:endParaRPr lang="en-US" altLang="zh-CN" dirty="0"/>
          </a:p>
          <a:p>
            <a:endParaRPr lang="en-US" altLang="zh-CN" dirty="0"/>
          </a:p>
          <a:p>
            <a:endParaRPr lang="en-US" altLang="zh-CN" dirty="0"/>
          </a:p>
          <a:p>
            <a:pPr lvl="1"/>
            <a:endParaRPr lang="en-US" altLang="zh-CN" dirty="0"/>
          </a:p>
          <a:p>
            <a:pPr lvl="1"/>
            <a:endParaRPr lang="zh-CN" altLang="en-US" dirty="0"/>
          </a:p>
        </p:txBody>
      </p:sp>
    </p:spTree>
    <p:extLst>
      <p:ext uri="{BB962C8B-B14F-4D97-AF65-F5344CB8AC3E}">
        <p14:creationId xmlns:p14="http://schemas.microsoft.com/office/powerpoint/2010/main" val="418431525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7937541-F9EB-4B8B-A09A-DF21ABBFF78E}"/>
              </a:ext>
            </a:extLst>
          </p:cNvPr>
          <p:cNvSpPr>
            <a:spLocks noGrp="1"/>
          </p:cNvSpPr>
          <p:nvPr>
            <p:ph idx="1"/>
          </p:nvPr>
        </p:nvSpPr>
        <p:spPr/>
        <p:txBody>
          <a:bodyPr>
            <a:normAutofit fontScale="92500" lnSpcReduction="20000"/>
          </a:bodyPr>
          <a:lstStyle/>
          <a:p>
            <a:r>
              <a:rPr lang="zh-CN" altLang="zh-CN" dirty="0"/>
              <a:t>例</a:t>
            </a:r>
            <a:r>
              <a:rPr lang="en-US" altLang="zh-CN" dirty="0"/>
              <a:t>1</a:t>
            </a:r>
            <a:r>
              <a:rPr lang="zh-CN" altLang="zh-CN" dirty="0"/>
              <a:t>：</a:t>
            </a:r>
            <a:r>
              <a:rPr lang="en-US" altLang="zh-CN" dirty="0"/>
              <a:t>Ugly Numbers  http://poj.org/problem?id=1338</a:t>
            </a:r>
            <a:endParaRPr lang="zh-CN" altLang="zh-CN" dirty="0"/>
          </a:p>
          <a:p>
            <a:r>
              <a:rPr lang="en-US" altLang="zh-CN" dirty="0"/>
              <a:t>Time Limit: 1000MS  Memory Limit: 10000K </a:t>
            </a:r>
            <a:br>
              <a:rPr lang="en-US" altLang="zh-CN" dirty="0"/>
            </a:br>
            <a:endParaRPr lang="en-US" altLang="zh-CN" dirty="0"/>
          </a:p>
          <a:p>
            <a:r>
              <a:rPr lang="en-US" altLang="zh-CN" dirty="0"/>
              <a:t>Description  Ugly numbers are numbers whose only prime factors are 2, 3 or 5. The sequence  1, 2, 3, 4, 5, 6, 8, 9, 10, 12, ...  shows the first 10 ugly numbers. </a:t>
            </a:r>
            <a:endParaRPr lang="zh-CN" altLang="zh-CN" dirty="0"/>
          </a:p>
          <a:p>
            <a:r>
              <a:rPr lang="en-US" altLang="zh-CN" dirty="0"/>
              <a:t>By convention, 1 is included.</a:t>
            </a:r>
            <a:endParaRPr lang="zh-CN" altLang="zh-CN" dirty="0"/>
          </a:p>
          <a:p>
            <a:r>
              <a:rPr lang="en-US" altLang="zh-CN" dirty="0"/>
              <a:t>Given the integer n, write a program to find and print the </a:t>
            </a:r>
            <a:r>
              <a:rPr lang="en-US" altLang="zh-CN" dirty="0" err="1"/>
              <a:t>n'th</a:t>
            </a:r>
            <a:r>
              <a:rPr lang="en-US" altLang="zh-CN" dirty="0"/>
              <a:t> ugly number.</a:t>
            </a:r>
            <a:endParaRPr lang="zh-CN" altLang="zh-CN" dirty="0"/>
          </a:p>
          <a:p>
            <a:r>
              <a:rPr lang="en-US" altLang="zh-CN" dirty="0"/>
              <a:t>Input Each line of the input contains a </a:t>
            </a:r>
            <a:r>
              <a:rPr lang="en-US" altLang="zh-CN" dirty="0" err="1"/>
              <a:t>postisive</a:t>
            </a:r>
            <a:r>
              <a:rPr lang="en-US" altLang="zh-CN" dirty="0"/>
              <a:t> integer n (n &lt;= 1500). Input is terminated by a line with n=0. </a:t>
            </a:r>
            <a:endParaRPr lang="zh-CN" altLang="zh-CN" dirty="0"/>
          </a:p>
          <a:p>
            <a:r>
              <a:rPr lang="en-US" altLang="zh-CN" dirty="0"/>
              <a:t>Output For each line, output the </a:t>
            </a:r>
            <a:r>
              <a:rPr lang="en-US" altLang="zh-CN" dirty="0" err="1"/>
              <a:t>n’th</a:t>
            </a:r>
            <a:r>
              <a:rPr lang="en-US" altLang="zh-CN" dirty="0"/>
              <a:t> ugly number. Don’t deal with the line with n=0.  </a:t>
            </a:r>
            <a:endParaRPr lang="zh-CN" altLang="zh-CN" dirty="0"/>
          </a:p>
          <a:p>
            <a:endParaRPr lang="zh-CN" altLang="en-US" dirty="0"/>
          </a:p>
        </p:txBody>
      </p:sp>
      <p:sp>
        <p:nvSpPr>
          <p:cNvPr id="5" name="标题 4">
            <a:extLst>
              <a:ext uri="{FF2B5EF4-FFF2-40B4-BE49-F238E27FC236}">
                <a16:creationId xmlns:a16="http://schemas.microsoft.com/office/drawing/2014/main" id="{5C3AFB8C-5070-4A9F-AD6F-1E389C1AD578}"/>
              </a:ext>
            </a:extLst>
          </p:cNvPr>
          <p:cNvSpPr>
            <a:spLocks noGrp="1"/>
          </p:cNvSpPr>
          <p:nvPr>
            <p:ph type="title"/>
          </p:nvPr>
        </p:nvSpPr>
        <p:spPr/>
        <p:txBody>
          <a:bodyPr/>
          <a:lstStyle/>
          <a:p>
            <a:endParaRPr lang="zh-CN" altLang="en-US"/>
          </a:p>
        </p:txBody>
      </p:sp>
    </p:spTree>
    <p:extLst>
      <p:ext uri="{BB962C8B-B14F-4D97-AF65-F5344CB8AC3E}">
        <p14:creationId xmlns:p14="http://schemas.microsoft.com/office/powerpoint/2010/main" val="78213542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8B8531-8D1D-4C5C-8C6A-9EB15893D2EF}"/>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DDF7E439-BE8D-4C2C-8584-20644430D035}"/>
              </a:ext>
            </a:extLst>
          </p:cNvPr>
          <p:cNvSpPr>
            <a:spLocks noGrp="1"/>
          </p:cNvSpPr>
          <p:nvPr>
            <p:ph idx="1"/>
          </p:nvPr>
        </p:nvSpPr>
        <p:spPr/>
        <p:txBody>
          <a:bodyPr>
            <a:normAutofit lnSpcReduction="10000"/>
          </a:bodyPr>
          <a:lstStyle/>
          <a:p>
            <a:r>
              <a:rPr lang="en-US" altLang="zh-CN" dirty="0"/>
              <a:t>Sample Input  </a:t>
            </a:r>
            <a:endParaRPr lang="zh-CN" altLang="zh-CN" dirty="0"/>
          </a:p>
          <a:p>
            <a:r>
              <a:rPr lang="en-US" altLang="zh-CN" dirty="0"/>
              <a:t>1</a:t>
            </a:r>
            <a:endParaRPr lang="zh-CN" altLang="zh-CN" dirty="0"/>
          </a:p>
          <a:p>
            <a:r>
              <a:rPr lang="en-US" altLang="zh-CN" dirty="0"/>
              <a:t>2</a:t>
            </a:r>
            <a:endParaRPr lang="zh-CN" altLang="zh-CN" dirty="0"/>
          </a:p>
          <a:p>
            <a:r>
              <a:rPr lang="en-US" altLang="zh-CN" dirty="0"/>
              <a:t>9</a:t>
            </a:r>
            <a:endParaRPr lang="zh-CN" altLang="zh-CN" dirty="0"/>
          </a:p>
          <a:p>
            <a:r>
              <a:rPr lang="en-US" altLang="zh-CN" dirty="0"/>
              <a:t>0 </a:t>
            </a:r>
            <a:endParaRPr lang="zh-CN" altLang="zh-CN" dirty="0"/>
          </a:p>
          <a:p>
            <a:r>
              <a:rPr lang="en-US" altLang="zh-CN" dirty="0"/>
              <a:t>Sample Output  </a:t>
            </a:r>
            <a:endParaRPr lang="zh-CN" altLang="zh-CN" dirty="0"/>
          </a:p>
          <a:p>
            <a:r>
              <a:rPr lang="en-US" altLang="zh-CN" dirty="0"/>
              <a:t>1</a:t>
            </a:r>
            <a:endParaRPr lang="zh-CN" altLang="zh-CN" dirty="0"/>
          </a:p>
          <a:p>
            <a:r>
              <a:rPr lang="en-US" altLang="zh-CN" dirty="0"/>
              <a:t>2</a:t>
            </a:r>
            <a:endParaRPr lang="zh-CN" altLang="zh-CN" dirty="0"/>
          </a:p>
          <a:p>
            <a:r>
              <a:rPr lang="en-US" altLang="zh-CN" dirty="0"/>
              <a:t>10</a:t>
            </a:r>
            <a:endParaRPr lang="zh-CN" altLang="en-US" dirty="0"/>
          </a:p>
        </p:txBody>
      </p:sp>
    </p:spTree>
    <p:extLst>
      <p:ext uri="{BB962C8B-B14F-4D97-AF65-F5344CB8AC3E}">
        <p14:creationId xmlns:p14="http://schemas.microsoft.com/office/powerpoint/2010/main" val="135402807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30243B-94E3-4DA7-979A-140230426F41}"/>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BFF589E1-827B-458D-8593-BDD9FDD0F138}"/>
              </a:ext>
            </a:extLst>
          </p:cNvPr>
          <p:cNvSpPr>
            <a:spLocks noGrp="1"/>
          </p:cNvSpPr>
          <p:nvPr>
            <p:ph idx="1"/>
          </p:nvPr>
        </p:nvSpPr>
        <p:spPr/>
        <p:txBody>
          <a:bodyPr/>
          <a:lstStyle/>
          <a:p>
            <a:r>
              <a:rPr lang="zh-CN" altLang="en-US" dirty="0"/>
              <a:t>在不考虑任何约束的情况下，请用三种方法求解。</a:t>
            </a:r>
            <a:endParaRPr lang="en-US" altLang="zh-CN" dirty="0"/>
          </a:p>
          <a:p>
            <a:endParaRPr lang="en-US" altLang="zh-CN" dirty="0"/>
          </a:p>
          <a:p>
            <a:r>
              <a:rPr lang="zh-CN" altLang="en-US" dirty="0"/>
              <a:t>比较自己的三种方法。</a:t>
            </a:r>
          </a:p>
        </p:txBody>
      </p:sp>
    </p:spTree>
    <p:extLst>
      <p:ext uri="{BB962C8B-B14F-4D97-AF65-F5344CB8AC3E}">
        <p14:creationId xmlns:p14="http://schemas.microsoft.com/office/powerpoint/2010/main" val="382186237"/>
      </p:ext>
    </p:extLst>
  </p:cSld>
  <p:clrMapOvr>
    <a:masterClrMapping/>
  </p:clrMapOvr>
</p:sld>
</file>

<file path=ppt/theme/theme1.xml><?xml version="1.0" encoding="utf-8"?>
<a:theme xmlns:a="http://schemas.openxmlformats.org/drawingml/2006/main" name="SEG组PPT主题">
  <a:themeElements>
    <a:clrScheme name="SEG组PPT主题 8">
      <a:dk1>
        <a:srgbClr val="292929"/>
      </a:dk1>
      <a:lt1>
        <a:srgbClr val="FFFFFF"/>
      </a:lt1>
      <a:dk2>
        <a:srgbClr val="000000"/>
      </a:dk2>
      <a:lt2>
        <a:srgbClr val="808080"/>
      </a:lt2>
      <a:accent1>
        <a:srgbClr val="CC9900"/>
      </a:accent1>
      <a:accent2>
        <a:srgbClr val="CCCC99"/>
      </a:accent2>
      <a:accent3>
        <a:srgbClr val="FFFFFF"/>
      </a:accent3>
      <a:accent4>
        <a:srgbClr val="212121"/>
      </a:accent4>
      <a:accent5>
        <a:srgbClr val="E2CAAA"/>
      </a:accent5>
      <a:accent6>
        <a:srgbClr val="B9B98A"/>
      </a:accent6>
      <a:hlink>
        <a:srgbClr val="999933"/>
      </a:hlink>
      <a:folHlink>
        <a:srgbClr val="B2B2B2"/>
      </a:folHlink>
    </a:clrScheme>
    <a:fontScheme name="SEG组PPT主题">
      <a:majorFont>
        <a:latin typeface="Arial"/>
        <a:ea typeface="黑体"/>
        <a:cs typeface=""/>
      </a:majorFont>
      <a:minorFont>
        <a:latin typeface="Arial"/>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prstShdw prst="shdw17" dist="17961" dir="2700000">
            <a:schemeClr val="tx1">
              <a:gamma/>
              <a:shade val="60000"/>
              <a:invGamma/>
            </a:schemeClr>
          </a:prst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400" b="0" i="0" u="none" strike="noStrike" cap="none" normalizeH="0" baseline="0" smtClean="0">
            <a:ln>
              <a:noFill/>
            </a:ln>
            <a:solidFill>
              <a:schemeClr val="bg1"/>
            </a:solidFill>
            <a:effectLst/>
            <a:latin typeface="FrutigerNext LT Regular" pitchFamily="34" charset="0"/>
            <a:ea typeface="MS PGothic" panose="020B0600070205080204" pitchFamily="34"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prstShdw prst="shdw17" dist="17961" dir="2700000">
            <a:schemeClr val="tx1">
              <a:gamma/>
              <a:shade val="60000"/>
              <a:invGamma/>
            </a:schemeClr>
          </a:prst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400" b="0" i="0" u="none" strike="noStrike" cap="none" normalizeH="0" baseline="0" smtClean="0">
            <a:ln>
              <a:noFill/>
            </a:ln>
            <a:solidFill>
              <a:schemeClr val="bg1"/>
            </a:solidFill>
            <a:effectLst/>
            <a:latin typeface="FrutigerNext LT Regular" pitchFamily="34" charset="0"/>
            <a:ea typeface="MS PGothic" panose="020B0600070205080204" pitchFamily="34" charset="-128"/>
          </a:defRPr>
        </a:defPPr>
      </a:lstStyle>
    </a:lnDef>
  </a:objectDefaults>
  <a:extraClrSchemeLst>
    <a:extraClrScheme>
      <a:clrScheme name="SEG组PPT主题 1">
        <a:dk1>
          <a:srgbClr val="080808"/>
        </a:dk1>
        <a:lt1>
          <a:srgbClr val="F8F8F8"/>
        </a:lt1>
        <a:dk2>
          <a:srgbClr val="330000"/>
        </a:dk2>
        <a:lt2>
          <a:srgbClr val="FFFFFF"/>
        </a:lt2>
        <a:accent1>
          <a:srgbClr val="FF9900"/>
        </a:accent1>
        <a:accent2>
          <a:srgbClr val="CC3300"/>
        </a:accent2>
        <a:accent3>
          <a:srgbClr val="ADAAAA"/>
        </a:accent3>
        <a:accent4>
          <a:srgbClr val="D4D4D4"/>
        </a:accent4>
        <a:accent5>
          <a:srgbClr val="FFCAAA"/>
        </a:accent5>
        <a:accent6>
          <a:srgbClr val="B92D00"/>
        </a:accent6>
        <a:hlink>
          <a:srgbClr val="CC6600"/>
        </a:hlink>
        <a:folHlink>
          <a:srgbClr val="B2B282"/>
        </a:folHlink>
      </a:clrScheme>
      <a:clrMap bg1="dk2" tx1="lt1" bg2="dk1" tx2="lt2" accent1="accent1" accent2="accent2" accent3="accent3" accent4="accent4" accent5="accent5" accent6="accent6" hlink="hlink" folHlink="folHlink"/>
    </a:extraClrScheme>
    <a:extraClrScheme>
      <a:clrScheme name="SEG组PPT主题 2">
        <a:dk1>
          <a:srgbClr val="333333"/>
        </a:dk1>
        <a:lt1>
          <a:srgbClr val="F8F8F8"/>
        </a:lt1>
        <a:dk2>
          <a:srgbClr val="800000"/>
        </a:dk2>
        <a:lt2>
          <a:srgbClr val="FFFFFF"/>
        </a:lt2>
        <a:accent1>
          <a:srgbClr val="CC9900"/>
        </a:accent1>
        <a:accent2>
          <a:srgbClr val="666666"/>
        </a:accent2>
        <a:accent3>
          <a:srgbClr val="C0AAAA"/>
        </a:accent3>
        <a:accent4>
          <a:srgbClr val="D4D4D4"/>
        </a:accent4>
        <a:accent5>
          <a:srgbClr val="E2CAAA"/>
        </a:accent5>
        <a:accent6>
          <a:srgbClr val="5C5C5C"/>
        </a:accent6>
        <a:hlink>
          <a:srgbClr val="CC6600"/>
        </a:hlink>
        <a:folHlink>
          <a:srgbClr val="95A587"/>
        </a:folHlink>
      </a:clrScheme>
      <a:clrMap bg1="dk2" tx1="lt1" bg2="dk1" tx2="lt2" accent1="accent1" accent2="accent2" accent3="accent3" accent4="accent4" accent5="accent5" accent6="accent6" hlink="hlink" folHlink="folHlink"/>
    </a:extraClrScheme>
    <a:extraClrScheme>
      <a:clrScheme name="SEG组PPT主题 3">
        <a:dk1>
          <a:srgbClr val="5F5F5F"/>
        </a:dk1>
        <a:lt1>
          <a:srgbClr val="A4BEE0"/>
        </a:lt1>
        <a:dk2>
          <a:srgbClr val="013253"/>
        </a:dk2>
        <a:lt2>
          <a:srgbClr val="FFFFFF"/>
        </a:lt2>
        <a:accent1>
          <a:srgbClr val="588480"/>
        </a:accent1>
        <a:accent2>
          <a:srgbClr val="6600FF"/>
        </a:accent2>
        <a:accent3>
          <a:srgbClr val="AAADB3"/>
        </a:accent3>
        <a:accent4>
          <a:srgbClr val="8BA2BF"/>
        </a:accent4>
        <a:accent5>
          <a:srgbClr val="B4C2C0"/>
        </a:accent5>
        <a:accent6>
          <a:srgbClr val="5C00E7"/>
        </a:accent6>
        <a:hlink>
          <a:srgbClr val="CCCC00"/>
        </a:hlink>
        <a:folHlink>
          <a:srgbClr val="5F5F5F"/>
        </a:folHlink>
      </a:clrScheme>
      <a:clrMap bg1="dk2" tx1="lt1" bg2="dk1" tx2="lt2" accent1="accent1" accent2="accent2" accent3="accent3" accent4="accent4" accent5="accent5" accent6="accent6" hlink="hlink" folHlink="folHlink"/>
    </a:extraClrScheme>
    <a:extraClrScheme>
      <a:clrScheme name="SEG组PPT主题 4">
        <a:dk1>
          <a:srgbClr val="003300"/>
        </a:dk1>
        <a:lt1>
          <a:srgbClr val="F8F8F8"/>
        </a:lt1>
        <a:dk2>
          <a:srgbClr val="3D4A1C"/>
        </a:dk2>
        <a:lt2>
          <a:srgbClr val="FFFFFF"/>
        </a:lt2>
        <a:accent1>
          <a:srgbClr val="99CC00"/>
        </a:accent1>
        <a:accent2>
          <a:srgbClr val="669900"/>
        </a:accent2>
        <a:accent3>
          <a:srgbClr val="AFB1AB"/>
        </a:accent3>
        <a:accent4>
          <a:srgbClr val="D4D4D4"/>
        </a:accent4>
        <a:accent5>
          <a:srgbClr val="CAE2AA"/>
        </a:accent5>
        <a:accent6>
          <a:srgbClr val="5C8A00"/>
        </a:accent6>
        <a:hlink>
          <a:srgbClr val="CC9900"/>
        </a:hlink>
        <a:folHlink>
          <a:srgbClr val="B2B282"/>
        </a:folHlink>
      </a:clrScheme>
      <a:clrMap bg1="dk2" tx1="lt1" bg2="dk1" tx2="lt2" accent1="accent1" accent2="accent2" accent3="accent3" accent4="accent4" accent5="accent5" accent6="accent6" hlink="hlink" folHlink="folHlink"/>
    </a:extraClrScheme>
    <a:extraClrScheme>
      <a:clrScheme name="SEG组PPT主题 5">
        <a:dk1>
          <a:srgbClr val="333333"/>
        </a:dk1>
        <a:lt1>
          <a:srgbClr val="F8F8F8"/>
        </a:lt1>
        <a:dk2>
          <a:srgbClr val="005D8C"/>
        </a:dk2>
        <a:lt2>
          <a:srgbClr val="FFFFFF"/>
        </a:lt2>
        <a:accent1>
          <a:srgbClr val="00CC99"/>
        </a:accent1>
        <a:accent2>
          <a:srgbClr val="0099CC"/>
        </a:accent2>
        <a:accent3>
          <a:srgbClr val="AAB6C5"/>
        </a:accent3>
        <a:accent4>
          <a:srgbClr val="D4D4D4"/>
        </a:accent4>
        <a:accent5>
          <a:srgbClr val="AAE2CA"/>
        </a:accent5>
        <a:accent6>
          <a:srgbClr val="008AB9"/>
        </a:accent6>
        <a:hlink>
          <a:srgbClr val="FFCC00"/>
        </a:hlink>
        <a:folHlink>
          <a:srgbClr val="D8D48C"/>
        </a:folHlink>
      </a:clrScheme>
      <a:clrMap bg1="dk2" tx1="lt1" bg2="dk1" tx2="lt2" accent1="accent1" accent2="accent2" accent3="accent3" accent4="accent4" accent5="accent5" accent6="accent6" hlink="hlink" folHlink="folHlink"/>
    </a:extraClrScheme>
    <a:extraClrScheme>
      <a:clrScheme name="SEG组PPT主题 6">
        <a:dk1>
          <a:srgbClr val="000000"/>
        </a:dk1>
        <a:lt1>
          <a:srgbClr val="ECAE00"/>
        </a:lt1>
        <a:dk2>
          <a:srgbClr val="FFFFFF"/>
        </a:dk2>
        <a:lt2>
          <a:srgbClr val="333333"/>
        </a:lt2>
        <a:accent1>
          <a:srgbClr val="CC6600"/>
        </a:accent1>
        <a:accent2>
          <a:srgbClr val="BA6D10"/>
        </a:accent2>
        <a:accent3>
          <a:srgbClr val="F4D3AA"/>
        </a:accent3>
        <a:accent4>
          <a:srgbClr val="000000"/>
        </a:accent4>
        <a:accent5>
          <a:srgbClr val="E2B8AA"/>
        </a:accent5>
        <a:accent6>
          <a:srgbClr val="A8620D"/>
        </a:accent6>
        <a:hlink>
          <a:srgbClr val="666633"/>
        </a:hlink>
        <a:folHlink>
          <a:srgbClr val="8D996D"/>
        </a:folHlink>
      </a:clrScheme>
      <a:clrMap bg1="lt1" tx1="dk1" bg2="lt2" tx2="dk2" accent1="accent1" accent2="accent2" accent3="accent3" accent4="accent4" accent5="accent5" accent6="accent6" hlink="hlink" folHlink="folHlink"/>
    </a:extraClrScheme>
    <a:extraClrScheme>
      <a:clrScheme name="SEG组PPT主题 7">
        <a:dk1>
          <a:srgbClr val="000000"/>
        </a:dk1>
        <a:lt1>
          <a:srgbClr val="FFFFFF"/>
        </a:lt1>
        <a:dk2>
          <a:srgbClr val="372221"/>
        </a:dk2>
        <a:lt2>
          <a:srgbClr val="808080"/>
        </a:lt2>
        <a:accent1>
          <a:srgbClr val="009999"/>
        </a:accent1>
        <a:accent2>
          <a:srgbClr val="9AAC98"/>
        </a:accent2>
        <a:accent3>
          <a:srgbClr val="FFFFFF"/>
        </a:accent3>
        <a:accent4>
          <a:srgbClr val="000000"/>
        </a:accent4>
        <a:accent5>
          <a:srgbClr val="AACACA"/>
        </a:accent5>
        <a:accent6>
          <a:srgbClr val="8B9B89"/>
        </a:accent6>
        <a:hlink>
          <a:srgbClr val="666699"/>
        </a:hlink>
        <a:folHlink>
          <a:srgbClr val="B2B2B2"/>
        </a:folHlink>
      </a:clrScheme>
      <a:clrMap bg1="lt1" tx1="dk1" bg2="lt2" tx2="dk2" accent1="accent1" accent2="accent2" accent3="accent3" accent4="accent4" accent5="accent5" accent6="accent6" hlink="hlink" folHlink="folHlink"/>
    </a:extraClrScheme>
    <a:extraClrScheme>
      <a:clrScheme name="SEG组PPT主题 8">
        <a:dk1>
          <a:srgbClr val="292929"/>
        </a:dk1>
        <a:lt1>
          <a:srgbClr val="FFFFFF"/>
        </a:lt1>
        <a:dk2>
          <a:srgbClr val="000000"/>
        </a:dk2>
        <a:lt2>
          <a:srgbClr val="808080"/>
        </a:lt2>
        <a:accent1>
          <a:srgbClr val="CC9900"/>
        </a:accent1>
        <a:accent2>
          <a:srgbClr val="CCCC99"/>
        </a:accent2>
        <a:accent3>
          <a:srgbClr val="FFFFFF"/>
        </a:accent3>
        <a:accent4>
          <a:srgbClr val="212121"/>
        </a:accent4>
        <a:accent5>
          <a:srgbClr val="E2CAAA"/>
        </a:accent5>
        <a:accent6>
          <a:srgbClr val="B9B98A"/>
        </a:accent6>
        <a:hlink>
          <a:srgbClr val="999933"/>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SEG组PPT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blank</Template>
  <TotalTime>8262</TotalTime>
  <Words>6505</Words>
  <Application>Microsoft Office PowerPoint</Application>
  <PresentationFormat>宽屏</PresentationFormat>
  <Paragraphs>626</Paragraphs>
  <Slides>56</Slides>
  <Notes>0</Notes>
  <HiddenSlides>0</HiddenSlides>
  <MMClips>0</MMClips>
  <ScaleCrop>false</ScaleCrop>
  <HeadingPairs>
    <vt:vector size="8" baseType="variant">
      <vt:variant>
        <vt:lpstr>已用的字体</vt:lpstr>
      </vt:variant>
      <vt:variant>
        <vt:i4>11</vt:i4>
      </vt:variant>
      <vt:variant>
        <vt:lpstr>主题</vt:lpstr>
      </vt:variant>
      <vt:variant>
        <vt:i4>2</vt:i4>
      </vt:variant>
      <vt:variant>
        <vt:lpstr>嵌入 OLE 服务器</vt:lpstr>
      </vt:variant>
      <vt:variant>
        <vt:i4>1</vt:i4>
      </vt:variant>
      <vt:variant>
        <vt:lpstr>幻灯片标题</vt:lpstr>
      </vt:variant>
      <vt:variant>
        <vt:i4>56</vt:i4>
      </vt:variant>
    </vt:vector>
  </HeadingPairs>
  <TitlesOfParts>
    <vt:vector size="70" baseType="lpstr">
      <vt:lpstr>FrutigerNext LT Regular</vt:lpstr>
      <vt:lpstr>华文新魏</vt:lpstr>
      <vt:lpstr>楷体</vt:lpstr>
      <vt:lpstr>楷体_GB2312</vt:lpstr>
      <vt:lpstr>宋体</vt:lpstr>
      <vt:lpstr>微软雅黑</vt:lpstr>
      <vt:lpstr>Arial</vt:lpstr>
      <vt:lpstr>Calibri</vt:lpstr>
      <vt:lpstr>Calibri Light</vt:lpstr>
      <vt:lpstr>Times New Roman</vt:lpstr>
      <vt:lpstr>Wingdings</vt:lpstr>
      <vt:lpstr>SEG组PPT主题</vt:lpstr>
      <vt:lpstr>1_SEG组PPT主题</vt:lpstr>
      <vt:lpstr>Paintbrush Picture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复杂度分析</vt:lpstr>
      <vt:lpstr>算法的定义</vt:lpstr>
      <vt:lpstr>复杂度和大O记号</vt:lpstr>
      <vt:lpstr>PowerPoint 演示文稿</vt:lpstr>
      <vt:lpstr>算法的整体效率是由具有较大增长次数的部分所决定的，即效率较差的部分决定。</vt:lpstr>
      <vt:lpstr>PowerPoint 演示文稿</vt:lpstr>
      <vt:lpstr>PowerPoint 演示文稿</vt:lpstr>
      <vt:lpstr>PowerPoint 演示文稿</vt:lpstr>
      <vt:lpstr>问题规模和可用算法  在看到题目给定的数值范围后，能够大致推测出本题的时间复杂度。</vt:lpstr>
      <vt:lpstr>降低时间复杂度的经典问题</vt:lpstr>
      <vt:lpstr>PowerPoint 演示文稿</vt:lpstr>
      <vt:lpstr>PowerPoint 演示文稿</vt:lpstr>
      <vt:lpstr>PowerPoint 演示文稿</vt:lpstr>
    </vt:vector>
  </TitlesOfParts>
  <Company>Huawei Technologies Co.,Ltd.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文汇讲堂</dc:title>
  <dc:creator>Yu Huiqun</dc:creator>
  <cp:lastModifiedBy>dapeng qu</cp:lastModifiedBy>
  <cp:revision>1542</cp:revision>
  <dcterms:created xsi:type="dcterms:W3CDTF">2010-12-08T03:59:00Z</dcterms:created>
  <dcterms:modified xsi:type="dcterms:W3CDTF">2025-02-11T14:24:51Z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ms_pID_725343">
    <vt:lpwstr>(3)eeY/EcjdW6+ICzVnm3/r6/xAl5lvhgvoAokwoBfZcPbL/5MtFRy5/qhHgCA4lB96tzj/Eytq
2NHJUUpWB2kMJ1NMlUJXhM5imLm4kyR3hZMBHv5FhT+IILvlUjuubbnZofkHoPU5fqYwynM4
ffEg5Eg4dQmaZorSYJ79TwvCgROY8gA232YiGQhhOoqKytLwLVbftsELLz1taQRfm5DZZji8
fXS+ORyvTVociYWKeX4TI</vt:lpwstr>
  </property>
  <property fmtid="{D5CDD505-2E9C-101B-9397-08002B2CF9AE}" pid="3" name="_ms_pID_7253431">
    <vt:lpwstr>HUv1HtLxkSgu+98Cci+sTM4mwpB4bnywtNgU0ZXCLU5E9az15Zl
yQ+eMRQT6rINdTXZYKuXlBrl3xhjVO/TULD0SzKnhjeDwt9CUpkpZKnkY8Eegftln4wJUDcS
wX1CZLvRfEb0iLB1QGG0ZNeX/u6ClzdlEOpMOHoov8h76URZeNq1mMQHPAv+/lT0BsL9aW0f
3CbqVo3pzNFkiUPIFF+OwWX00US6EDgYi2lm8LbPy4</vt:lpwstr>
  </property>
  <property fmtid="{D5CDD505-2E9C-101B-9397-08002B2CF9AE}" pid="4" name="_ms_pID_7253432">
    <vt:lpwstr>mqJPV5t2H+8EpfGZFx1xT4THFS1pBY
wcCmxD8BzMZr4El3AUiTOWBkAaTGMRJpKRRCImbmfYmYporODfRBVhilSzPe24aL1+wdJY5z</vt:lpwstr>
  </property>
  <property fmtid="{D5CDD505-2E9C-101B-9397-08002B2CF9AE}" pid="5" name="sflag">
    <vt:lpwstr>1309221052</vt:lpwstr>
  </property>
  <property fmtid="{D5CDD505-2E9C-101B-9397-08002B2CF9AE}" pid="6" name="KSORubyTemplateID">
    <vt:lpwstr>8</vt:lpwstr>
  </property>
  <property fmtid="{D5CDD505-2E9C-101B-9397-08002B2CF9AE}" pid="7" name="KSOProductBuildVer">
    <vt:lpwstr>2052-10.1.0.7469</vt:lpwstr>
  </property>
</Properties>
</file>